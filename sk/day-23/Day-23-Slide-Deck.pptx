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5"/>
  </p:notesMasterIdLst>
  <p:sldIdLst>
    <p:sldId id="256" r:id="rId2"/>
    <p:sldId id="257" r:id="rId3"/>
    <p:sldId id="282" r:id="rId4"/>
    <p:sldId id="306" r:id="rId5"/>
    <p:sldId id="322" r:id="rId6"/>
    <p:sldId id="371" r:id="rId7"/>
    <p:sldId id="307" r:id="rId8"/>
    <p:sldId id="372" r:id="rId9"/>
    <p:sldId id="303" r:id="rId10"/>
    <p:sldId id="374" r:id="rId11"/>
    <p:sldId id="343" r:id="rId12"/>
    <p:sldId id="375" r:id="rId13"/>
    <p:sldId id="376" r:id="rId14"/>
    <p:sldId id="377" r:id="rId15"/>
    <p:sldId id="334" r:id="rId16"/>
    <p:sldId id="378" r:id="rId17"/>
    <p:sldId id="337" r:id="rId18"/>
    <p:sldId id="384" r:id="rId19"/>
    <p:sldId id="354" r:id="rId20"/>
    <p:sldId id="360" r:id="rId21"/>
    <p:sldId id="385" r:id="rId22"/>
    <p:sldId id="339" r:id="rId23"/>
    <p:sldId id="362" r:id="rId24"/>
    <p:sldId id="340" r:id="rId25"/>
    <p:sldId id="386" r:id="rId26"/>
    <p:sldId id="387" r:id="rId27"/>
    <p:sldId id="379" r:id="rId28"/>
    <p:sldId id="363" r:id="rId29"/>
    <p:sldId id="364" r:id="rId30"/>
    <p:sldId id="380" r:id="rId31"/>
    <p:sldId id="383" r:id="rId32"/>
    <p:sldId id="388" r:id="rId33"/>
    <p:sldId id="381" r:id="rId34"/>
    <p:sldId id="382" r:id="rId35"/>
    <p:sldId id="389" r:id="rId36"/>
    <p:sldId id="390" r:id="rId37"/>
    <p:sldId id="391" r:id="rId38"/>
    <p:sldId id="392" r:id="rId39"/>
    <p:sldId id="295" r:id="rId40"/>
    <p:sldId id="352" r:id="rId41"/>
    <p:sldId id="353" r:id="rId42"/>
    <p:sldId id="258" r:id="rId43"/>
    <p:sldId id="281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94"/>
    <p:restoredTop sz="94679"/>
  </p:normalViewPr>
  <p:slideViewPr>
    <p:cSldViewPr snapToGrid="0">
      <p:cViewPr varScale="1">
        <p:scale>
          <a:sx n="121" d="100"/>
          <a:sy n="121" d="100"/>
        </p:scale>
        <p:origin x="3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1F8B4-C819-6EB0-F2CD-C9EBF364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64FD0-F6C0-FEA2-4C37-1D9EB0F1B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BB1CB-F598-1519-2EB9-EAC15159A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ECBDE-8462-E6F0-EC57-3A870021B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3361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1B62-3F49-4272-CF02-C1A3F113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41A5A-EDED-1DCD-2543-9B6A53991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C3407-2F0F-BB76-D1C2-68596B121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DABC7-ADCB-A3AF-AC42-782565662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4651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92392-AEFD-4E28-A329-FFEECB4A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BB3AF-471A-EFB8-1120-A5F8DCE4E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9B0F1-9256-CFEC-DC61-014767466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55D39-D7A5-E77C-77F9-EE0C53F22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7055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BFEF-CE1A-4142-EE82-972287C4B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6FA184-F894-363B-1868-04968855E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4382C-4498-9D20-41DD-C3A2CC178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1CAB9-1072-03AF-4073-CFECB56FD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4064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A4E1C-3455-E146-20DB-CDE3C3076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F6ED4-AEFC-B433-1C31-7D6215611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6A989-4D90-6BF5-3F07-C67C12779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4C499-6FCF-A66B-10A6-BF2965091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34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D9853-3BD9-7D4C-7B28-3D48F8113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171C9-820F-88FE-952B-FB47483E9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62D08-DA19-F9F1-53E0-41D15713C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939D4-70A3-63D9-81F1-A37E9A0B6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4361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E9E6-57DA-2668-431C-EFC765AB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A08C7-BB24-5D8F-086D-147BA04CF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2D454-320C-1E57-AB52-F45A6832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C5129-35AB-D540-72DC-767578448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2107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23: Shared Client State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Explain the difference between local and shared state</a:t>
            </a:r>
          </a:p>
          <a:p>
            <a:r>
              <a:rPr lang="en-US" dirty="0"/>
              <a:t>Identify when state needs to be shared across components</a:t>
            </a:r>
          </a:p>
          <a:p>
            <a:r>
              <a:rPr lang="en-US" dirty="0"/>
              <a:t>Understand how the Context API works</a:t>
            </a:r>
          </a:p>
          <a:p>
            <a:r>
              <a:rPr lang="en-US" dirty="0"/>
              <a:t>Use a provider to share state</a:t>
            </a:r>
          </a:p>
          <a:p>
            <a:r>
              <a:rPr lang="en-US" dirty="0"/>
              <a:t>Consume shared state in multiple components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state review</a:t>
            </a:r>
          </a:p>
          <a:p>
            <a:r>
              <a:rPr lang="en-US" dirty="0"/>
              <a:t>The problem of prop drilling</a:t>
            </a:r>
          </a:p>
          <a:p>
            <a:r>
              <a:rPr lang="en-US" dirty="0"/>
              <a:t>What is Context?</a:t>
            </a:r>
          </a:p>
          <a:p>
            <a:r>
              <a:rPr lang="en-US" dirty="0"/>
              <a:t>Creating and providing context</a:t>
            </a:r>
          </a:p>
          <a:p>
            <a:r>
              <a:rPr lang="en-US" dirty="0"/>
              <a:t>Consuming context</a:t>
            </a:r>
          </a:p>
          <a:p>
            <a:r>
              <a:rPr lang="en-US" dirty="0"/>
              <a:t>When to use Context</a:t>
            </a:r>
          </a:p>
          <a:p>
            <a:r>
              <a:rPr lang="en-US" dirty="0"/>
              <a:t>When not to use Context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Where should state live?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From previous lessons: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rendering can happen on the client or server</a:t>
            </a:r>
          </a:p>
          <a:p>
            <a:r>
              <a:rPr lang="en-US" dirty="0"/>
              <a:t>data can come from different sources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 the question becomes: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Where should application state live?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6A62-3096-7ED3-BDC9-4D99E862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158D-8B33-384D-036A-A2E8BEE6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D78C-59A2-8039-9E4E-B772C6A45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component state</a:t>
            </a:r>
          </a:p>
          <a:p>
            <a:r>
              <a:rPr lang="en-US" dirty="0"/>
              <a:t>Shared client state</a:t>
            </a:r>
          </a:p>
          <a:p>
            <a:r>
              <a:rPr lang="en-US" dirty="0"/>
              <a:t>Server state (coming next lesson)</a:t>
            </a:r>
          </a:p>
        </p:txBody>
      </p:sp>
    </p:spTree>
    <p:extLst>
      <p:ext uri="{BB962C8B-B14F-4D97-AF65-F5344CB8AC3E}">
        <p14:creationId xmlns:p14="http://schemas.microsoft.com/office/powerpoint/2010/main" val="487249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Local State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F8BAC-9251-5B78-45AF-DD712BD8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83AA-516C-D39A-6F4A-ED29CF3C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C294F-96C3-29CC-38F3-15E8CF23C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2593"/>
            <a:ext cx="10515600" cy="23699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[count,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setCount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(0);</a:t>
            </a:r>
          </a:p>
        </p:txBody>
      </p:sp>
    </p:spTree>
    <p:extLst>
      <p:ext uri="{BB962C8B-B14F-4D97-AF65-F5344CB8AC3E}">
        <p14:creationId xmlns:p14="http://schemas.microsoft.com/office/powerpoint/2010/main" val="1578059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local state works well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by a single component</a:t>
            </a:r>
          </a:p>
          <a:p>
            <a:r>
              <a:rPr lang="en-US" dirty="0"/>
              <a:t>Not needed elsewhere</a:t>
            </a:r>
          </a:p>
          <a:p>
            <a:r>
              <a:rPr lang="en-US" dirty="0"/>
              <a:t>Simple and isolated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70BC-5FAD-9DED-1C64-E6E20035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827E-5CA3-4B10-6A81-CE7A0690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F65CF2-00AE-1763-1EFC-8FC89DE11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3710"/>
            <a:ext cx="10515600" cy="2758816"/>
          </a:xfrm>
        </p:spPr>
        <p:txBody>
          <a:bodyPr/>
          <a:lstStyle/>
          <a:p>
            <a:r>
              <a:rPr lang="en-US" dirty="0"/>
              <a:t>What if multiple components need the same state?</a:t>
            </a:r>
          </a:p>
        </p:txBody>
      </p:sp>
    </p:spTree>
    <p:extLst>
      <p:ext uri="{BB962C8B-B14F-4D97-AF65-F5344CB8AC3E}">
        <p14:creationId xmlns:p14="http://schemas.microsoft.com/office/powerpoint/2010/main" val="923760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Prop Drilling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8F398-DAD9-BE32-3C3B-27731F4AE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D3E6-9E60-C188-A728-8C6077E4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24D6C-F782-C384-5EB9-2BCB4E2E8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843"/>
            <a:ext cx="10515600" cy="3289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Passing state through components that don’t use it: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App -&gt; Layout -&gt; Sidebar -&gt; Button</a:t>
            </a:r>
          </a:p>
        </p:txBody>
      </p:sp>
    </p:spTree>
    <p:extLst>
      <p:ext uri="{BB962C8B-B14F-4D97-AF65-F5344CB8AC3E}">
        <p14:creationId xmlns:p14="http://schemas.microsoft.com/office/powerpoint/2010/main" val="2023088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9163E-1081-E88F-87A2-ECA51F69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2FCD-7BB1-8A45-DB4F-53ABB1549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r>
              <a:rPr lang="en-US" dirty="0"/>
              <a:t>Hard to maintain</a:t>
            </a:r>
          </a:p>
          <a:p>
            <a:r>
              <a:rPr lang="en-US" dirty="0"/>
              <a:t>Tight coupling between components</a:t>
            </a:r>
          </a:p>
          <a:p>
            <a:r>
              <a:rPr lang="en-US" dirty="0"/>
              <a:t>Scales poorly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9114CF-D445-E382-C653-68207AC37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Issues</a:t>
            </a:r>
          </a:p>
        </p:txBody>
      </p:sp>
    </p:spTree>
    <p:extLst>
      <p:ext uri="{BB962C8B-B14F-4D97-AF65-F5344CB8AC3E}">
        <p14:creationId xmlns:p14="http://schemas.microsoft.com/office/powerpoint/2010/main" val="4261240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1E31-F02A-24EC-1A0B-AEAE6DBE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078D6-9306-1845-24B0-8A5960706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6966"/>
            <a:ext cx="10515600" cy="35155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After the first load: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navigation is handled by the client</a:t>
            </a:r>
          </a:p>
          <a:p>
            <a:r>
              <a:rPr lang="en-US" dirty="0"/>
              <a:t>no full page reload</a:t>
            </a:r>
          </a:p>
          <a:p>
            <a:r>
              <a:rPr lang="en-US" dirty="0"/>
              <a:t>only data may be fetched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creates a smoother user experience.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DCA288-564C-F0D9-84EF-E5B7F0E3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Navigation in CSR</a:t>
            </a:r>
          </a:p>
        </p:txBody>
      </p:sp>
    </p:spTree>
    <p:extLst>
      <p:ext uri="{BB962C8B-B14F-4D97-AF65-F5344CB8AC3E}">
        <p14:creationId xmlns:p14="http://schemas.microsoft.com/office/powerpoint/2010/main" val="4114144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Introducing Context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458B-4D7A-BF7A-9F6A-4BF8EA3E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E8248-79D7-26D0-D9BD-A347423B2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Context allows us to: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share state across the component tree</a:t>
            </a:r>
          </a:p>
          <a:p>
            <a:r>
              <a:rPr lang="en-US" dirty="0"/>
              <a:t>avoid passing props through every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5387F6-C140-F0C8-01D1-0C1C40F98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is Context?</a:t>
            </a:r>
          </a:p>
        </p:txBody>
      </p:sp>
    </p:spTree>
    <p:extLst>
      <p:ext uri="{BB962C8B-B14F-4D97-AF65-F5344CB8AC3E}">
        <p14:creationId xmlns:p14="http://schemas.microsoft.com/office/powerpoint/2010/main" val="1045713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Context provides shared client state to any component that needs it.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C415C-6716-B5DF-F21D-5C67E3C3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Key idea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C8F39-EA39-A20A-1C13-0DB48068A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17161-F20A-0E94-86B0-9AAEB5F0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Creating Context</a:t>
            </a:r>
          </a:p>
        </p:txBody>
      </p:sp>
    </p:spTree>
    <p:extLst>
      <p:ext uri="{BB962C8B-B14F-4D97-AF65-F5344CB8AC3E}">
        <p14:creationId xmlns:p14="http://schemas.microsoft.com/office/powerpoint/2010/main" val="1233260699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7176-BA29-A6B4-FA31-120A1537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B92B-BD69-A233-2C55-51F5EB3A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842"/>
            <a:ext cx="10515600" cy="33473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{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createContext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} from 'react';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export const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ThemeContext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createContext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6BA7F-6715-A130-8CE0-7CF89CC9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Step 1: Create a context</a:t>
            </a:r>
          </a:p>
        </p:txBody>
      </p:sp>
    </p:spTree>
    <p:extLst>
      <p:ext uri="{BB962C8B-B14F-4D97-AF65-F5344CB8AC3E}">
        <p14:creationId xmlns:p14="http://schemas.microsoft.com/office/powerpoint/2010/main" val="2423362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38F2-85E5-2E11-0EB0-1C9AB4397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AD85-4D77-A12E-A004-B0EE9A4A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2: Create a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3C553-75D8-7927-58DA-97335849D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ThemeProvider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({ children })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const [theme,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setTheme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('light');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function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toggleTheme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setTheme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=== 'light' ? 'dark' : 'light');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(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ThemeContext.Provider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value={{ theme,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toggleTheme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}}&gt;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{children}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&lt;/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ThemeContext.Provider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70606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FD6A8-33C1-0FE1-B3FB-80DC26B95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D589-C011-D4D5-0E43-C77918B68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Providing Context</a:t>
            </a:r>
          </a:p>
        </p:txBody>
      </p:sp>
    </p:spTree>
    <p:extLst>
      <p:ext uri="{BB962C8B-B14F-4D97-AF65-F5344CB8AC3E}">
        <p14:creationId xmlns:p14="http://schemas.microsoft.com/office/powerpoint/2010/main" val="2530571506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903"/>
            <a:ext cx="10515600" cy="3578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ThemeProvider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&lt;App /&gt;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ThemeProvider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C6EAF-1DC9-D8B5-DF9A-45643B5C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Wrap 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F4DF5-C5B7-AC2B-CFAC-275099BE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A10B-6FFF-220E-56FC-BDB9B434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8A028-59EF-1FDB-C602-31C4B53B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1159"/>
            <a:ext cx="10515600" cy="2811367"/>
          </a:xfrm>
        </p:spPr>
        <p:txBody>
          <a:bodyPr>
            <a:normAutofit/>
          </a:bodyPr>
          <a:lstStyle/>
          <a:p>
            <a:r>
              <a:rPr lang="en-US" dirty="0"/>
              <a:t>All components inside can access the shared state.</a:t>
            </a:r>
          </a:p>
        </p:txBody>
      </p:sp>
    </p:spTree>
    <p:extLst>
      <p:ext uri="{BB962C8B-B14F-4D97-AF65-F5344CB8AC3E}">
        <p14:creationId xmlns:p14="http://schemas.microsoft.com/office/powerpoint/2010/main" val="1209829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Consuming Context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3F09-9F47-B532-ED3D-9B97E889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C474-142C-BE2E-7648-6CE7D767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useContext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54EE6-6A91-62DA-C31C-991E665AF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0041"/>
            <a:ext cx="10515600" cy="2422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const { theme,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toggleTheme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}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useContext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ThemeContext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302467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6AC7-34C7-391E-DA78-E8EA51614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3DC8-1C6A-DAF3-893D-045A9B9FC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A30DD-2499-4961-106A-AF0B0B50B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&lt;button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={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toggleTheme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Current theme: {theme}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1346575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E1217-4E7C-751A-B572-15ABCBC6C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8F91F-8A0A-7D30-FC7B-71F88FBB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Shared State in Action</a:t>
            </a:r>
          </a:p>
        </p:txBody>
      </p:sp>
    </p:spTree>
    <p:extLst>
      <p:ext uri="{BB962C8B-B14F-4D97-AF65-F5344CB8AC3E}">
        <p14:creationId xmlns:p14="http://schemas.microsoft.com/office/powerpoint/2010/main" val="2080014208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8D07-9C0A-212F-E672-573F73B8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DE04-E2AD-DE52-5B46-79560BBF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</a:t>
            </a:r>
            <a:r>
              <a:rPr lang="en-US" dirty="0" err="1"/>
              <a:t>behaviour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028C9-9414-0BD3-EE40-D4B26590A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components use the same state</a:t>
            </a:r>
          </a:p>
          <a:p>
            <a:r>
              <a:rPr lang="en-US" dirty="0"/>
              <a:t>Updating in one place updates everywhere</a:t>
            </a:r>
          </a:p>
        </p:txBody>
      </p:sp>
    </p:spTree>
    <p:extLst>
      <p:ext uri="{BB962C8B-B14F-4D97-AF65-F5344CB8AC3E}">
        <p14:creationId xmlns:p14="http://schemas.microsoft.com/office/powerpoint/2010/main" val="762327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0CB6-4F87-BC2A-3FD5-BCB3A3A2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A497-7A31-45E8-D451-B5B7004B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locations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8FB31-2570-DDEF-B755-77F8CC7DD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Header</a:t>
            </a:r>
          </a:p>
          <a:p>
            <a:r>
              <a:rPr lang="en-US" dirty="0"/>
              <a:t>Sidebar</a:t>
            </a:r>
          </a:p>
          <a:p>
            <a:r>
              <a:rPr lang="en-US" dirty="0"/>
              <a:t>Page content</a:t>
            </a:r>
          </a:p>
        </p:txBody>
      </p:sp>
    </p:spTree>
    <p:extLst>
      <p:ext uri="{BB962C8B-B14F-4D97-AF65-F5344CB8AC3E}">
        <p14:creationId xmlns:p14="http://schemas.microsoft.com/office/powerpoint/2010/main" val="2517541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6FE78-0D47-0F11-CA5F-9128D9E13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E6F70-1974-3E03-5BE6-0694AA7D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When to Use Context</a:t>
            </a:r>
          </a:p>
        </p:txBody>
      </p:sp>
    </p:spTree>
    <p:extLst>
      <p:ext uri="{BB962C8B-B14F-4D97-AF65-F5344CB8AC3E}">
        <p14:creationId xmlns:p14="http://schemas.microsoft.com/office/powerpoint/2010/main" val="1292335371"/>
      </p:ext>
    </p:extLst>
  </p:cSld>
  <p:clrMapOvr>
    <a:masterClrMapping/>
  </p:clrMapOvr>
  <p:transition spd="med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4FA57-10D5-A117-3A1B-B373D87D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BDEC-071A-F79E-5076-DA7D7D94E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0A478-3982-31CF-B727-5AA691D88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Theme / UI preferences</a:t>
            </a:r>
          </a:p>
          <a:p>
            <a:r>
              <a:rPr lang="en-US" dirty="0"/>
              <a:t>Authenticated user</a:t>
            </a:r>
          </a:p>
          <a:p>
            <a:r>
              <a:rPr lang="en-US" dirty="0"/>
              <a:t>Shared UI state</a:t>
            </a:r>
          </a:p>
        </p:txBody>
      </p:sp>
    </p:spTree>
    <p:extLst>
      <p:ext uri="{BB962C8B-B14F-4D97-AF65-F5344CB8AC3E}">
        <p14:creationId xmlns:p14="http://schemas.microsoft.com/office/powerpoint/2010/main" val="24943338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E270A-A60E-D117-A0EF-893370D0D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D06E8-EA58-AEC5-E763-F5597CD1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When NOT to Use Context</a:t>
            </a:r>
          </a:p>
        </p:txBody>
      </p:sp>
    </p:spTree>
    <p:extLst>
      <p:ext uri="{BB962C8B-B14F-4D97-AF65-F5344CB8AC3E}">
        <p14:creationId xmlns:p14="http://schemas.microsoft.com/office/powerpoint/2010/main" val="3677666637"/>
      </p:ext>
    </p:extLst>
  </p:cSld>
  <p:clrMapOvr>
    <a:masterClrMapping/>
  </p:clrMapOvr>
  <p:transition spd="med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2058A-0ACC-C4BF-5B4E-47CEC1DA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17BD-F614-DA73-0EEE-836E0DDE4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Context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EFDAD-F940-4BE6-EB55-66BB93E40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Frequently changing data</a:t>
            </a:r>
          </a:p>
          <a:p>
            <a:r>
              <a:rPr lang="en-US" dirty="0"/>
              <a:t>Complex state logic</a:t>
            </a:r>
          </a:p>
          <a:p>
            <a:r>
              <a:rPr lang="en-US" dirty="0"/>
              <a:t>Server-fetched data</a:t>
            </a:r>
          </a:p>
        </p:txBody>
      </p:sp>
    </p:spTree>
    <p:extLst>
      <p:ext uri="{BB962C8B-B14F-4D97-AF65-F5344CB8AC3E}">
        <p14:creationId xmlns:p14="http://schemas.microsoft.com/office/powerpoint/2010/main" val="20887076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9EDF6-FF86-A375-E215-678189805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DEEF-B8EE-2B67-4DC5-51BFFD17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DB45E-0E9B-BAD9-6BC0-EB436701B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Context does not handle: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caching</a:t>
            </a:r>
          </a:p>
          <a:p>
            <a:r>
              <a:rPr lang="en-US" dirty="0"/>
              <a:t>async state</a:t>
            </a:r>
          </a:p>
          <a:p>
            <a:r>
              <a:rPr lang="en-US" dirty="0"/>
              <a:t>background updates</a:t>
            </a:r>
          </a:p>
        </p:txBody>
      </p:sp>
    </p:spTree>
    <p:extLst>
      <p:ext uri="{BB962C8B-B14F-4D97-AF65-F5344CB8AC3E}">
        <p14:creationId xmlns:p14="http://schemas.microsoft.com/office/powerpoint/2010/main" val="4939792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B8E84-4426-9D60-4F6B-81F51724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7A58-02FE-FCC5-8A33-AB624C46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Client vs Server State</a:t>
            </a:r>
          </a:p>
        </p:txBody>
      </p:sp>
    </p:spTree>
    <p:extLst>
      <p:ext uri="{BB962C8B-B14F-4D97-AF65-F5344CB8AC3E}">
        <p14:creationId xmlns:p14="http://schemas.microsoft.com/office/powerpoint/2010/main" val="3922730079"/>
      </p:ext>
    </p:extLst>
  </p:cSld>
  <p:clrMapOvr>
    <a:masterClrMapping/>
  </p:clrMapOvr>
  <p:transition spd="med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5E7F3-878D-E9E1-CD7C-EF3CBD487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5FC4-D74D-EFF4-4E76-427C3987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8AA36-CB0A-0AD0-9576-DF97E436B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UI-related</a:t>
            </a:r>
          </a:p>
          <a:p>
            <a:r>
              <a:rPr lang="en-US" dirty="0"/>
              <a:t>local or shared</a:t>
            </a:r>
          </a:p>
        </p:txBody>
      </p:sp>
    </p:spTree>
    <p:extLst>
      <p:ext uri="{BB962C8B-B14F-4D97-AF65-F5344CB8AC3E}">
        <p14:creationId xmlns:p14="http://schemas.microsoft.com/office/powerpoint/2010/main" val="2253641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ED99D-2DB1-F0DB-E7FD-CC7250183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E4C4-BA64-A9C7-2ACA-31E56E50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9FCAC-08C9-C2B7-4503-D6195B986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comes from APIs</a:t>
            </a:r>
          </a:p>
          <a:p>
            <a:r>
              <a:rPr lang="en-US" dirty="0"/>
              <a:t>changes over time</a:t>
            </a:r>
          </a:p>
          <a:p>
            <a:r>
              <a:rPr lang="en-US" dirty="0"/>
              <a:t>needs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178326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9DF20-0959-E95A-DF6E-109828D4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531FC-39AD-04EC-F2C4-CADAB6302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1F9EE-7689-48F7-1EB7-9A8B44ED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11366"/>
            <a:ext cx="10515600" cy="2601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Different types of state require different tools.</a:t>
            </a:r>
          </a:p>
        </p:txBody>
      </p:sp>
    </p:spTree>
    <p:extLst>
      <p:ext uri="{BB962C8B-B14F-4D97-AF65-F5344CB8AC3E}">
        <p14:creationId xmlns:p14="http://schemas.microsoft.com/office/powerpoint/2010/main" val="24081608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Exercise: Update the existing walkthrough project to use context for client side state management.</a:t>
            </a:r>
          </a:p>
          <a:p>
            <a:pPr marL="0" indent="0">
              <a:buNone/>
            </a:pPr>
            <a:r>
              <a:rPr lang="en-CA" b="1" dirty="0"/>
              <a:t>Objective: </a:t>
            </a:r>
            <a:r>
              <a:rPr lang="en-CA" dirty="0"/>
              <a:t>Implement client-side state management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Create the necessary context and provider files.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Configure the provider for the app.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Utilize the context in components, </a:t>
            </a:r>
            <a:r>
              <a:rPr lang="en-CA"/>
              <a:t>where necessary.</a:t>
            </a:r>
            <a:endParaRPr lang="en-CA" dirty="0"/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D267-295B-8BC6-526B-F7AF7293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8993-A1E9-DD98-6466-3FA55B3B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412320587"/>
      </p:ext>
    </p:extLst>
  </p:cSld>
  <p:clrMapOvr>
    <a:masterClrMapping/>
  </p:clrMapOvr>
  <p:transition spd="med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F378-947C-7BA3-AFE0-EFB3BB84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DB5-5309-A725-8C04-D7ACAF33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should you use Context?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1A40-7173-1A79-5623-9E424F67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For API data fetching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For shared UI state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For caching server data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For all application state</a:t>
            </a:r>
          </a:p>
        </p:txBody>
      </p:sp>
    </p:spTree>
    <p:extLst>
      <p:ext uri="{BB962C8B-B14F-4D97-AF65-F5344CB8AC3E}">
        <p14:creationId xmlns:p14="http://schemas.microsoft.com/office/powerpoint/2010/main" val="8219635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this lesson, we covered the following:</a:t>
            </a:r>
          </a:p>
          <a:p>
            <a:endParaRPr lang="en-US" dirty="0"/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Explain the difference between local and shared state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Identify when state needs to be shared across components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Understand how the Context API works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Use a provider to share state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Consume shared state in multiple components</a:t>
            </a:r>
          </a:p>
          <a:p>
            <a:pPr marL="971527" lvl="1" indent="-51435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Complete the lesson 23 checklist</a:t>
            </a:r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Context 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When to use Context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One limitation of Context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Context differs from local state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17337</TotalTime>
  <Words>695</Words>
  <Application>Microsoft Macintosh PowerPoint</Application>
  <PresentationFormat>Widescreen</PresentationFormat>
  <Paragraphs>179</Paragraphs>
  <Slides>43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Where should state live?</vt:lpstr>
      <vt:lpstr>Types of state</vt:lpstr>
      <vt:lpstr>Local State</vt:lpstr>
      <vt:lpstr>Example</vt:lpstr>
      <vt:lpstr>When local state works well</vt:lpstr>
      <vt:lpstr>Limitation</vt:lpstr>
      <vt:lpstr>Prop Drilling</vt:lpstr>
      <vt:lpstr>The problem</vt:lpstr>
      <vt:lpstr>Issues</vt:lpstr>
      <vt:lpstr>Navigation in CSR</vt:lpstr>
      <vt:lpstr>Introducing Context</vt:lpstr>
      <vt:lpstr>What is Context?</vt:lpstr>
      <vt:lpstr>Key idea</vt:lpstr>
      <vt:lpstr>Creating Context</vt:lpstr>
      <vt:lpstr>Step 1: Create a context</vt:lpstr>
      <vt:lpstr>Step 2: Create a provider</vt:lpstr>
      <vt:lpstr>Providing Context</vt:lpstr>
      <vt:lpstr>Wrap the application</vt:lpstr>
      <vt:lpstr>Result</vt:lpstr>
      <vt:lpstr>Consuming Context</vt:lpstr>
      <vt:lpstr>Using useContext</vt:lpstr>
      <vt:lpstr>Example</vt:lpstr>
      <vt:lpstr>Shared State in Action</vt:lpstr>
      <vt:lpstr>Key behaviour</vt:lpstr>
      <vt:lpstr>Example locations</vt:lpstr>
      <vt:lpstr>When to Use Context</vt:lpstr>
      <vt:lpstr>Good use cases</vt:lpstr>
      <vt:lpstr>When NOT to Use Context</vt:lpstr>
      <vt:lpstr>Avoid Context for</vt:lpstr>
      <vt:lpstr>Why?</vt:lpstr>
      <vt:lpstr>Client vs Server State</vt:lpstr>
      <vt:lpstr>Client state</vt:lpstr>
      <vt:lpstr>Server state</vt:lpstr>
      <vt:lpstr>Key idea</vt:lpstr>
      <vt:lpstr>Hands-on Practice</vt:lpstr>
      <vt:lpstr>Quick Poll</vt:lpstr>
      <vt:lpstr>When should you use Context?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272</cp:revision>
  <dcterms:created xsi:type="dcterms:W3CDTF">2025-05-09T22:20:28Z</dcterms:created>
  <dcterms:modified xsi:type="dcterms:W3CDTF">2026-03-31T20:12:31Z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