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56" r:id="rId2"/>
    <p:sldId id="257" r:id="rId3"/>
    <p:sldId id="282" r:id="rId4"/>
    <p:sldId id="306" r:id="rId5"/>
    <p:sldId id="322" r:id="rId6"/>
    <p:sldId id="371" r:id="rId7"/>
    <p:sldId id="393" r:id="rId8"/>
    <p:sldId id="394" r:id="rId9"/>
    <p:sldId id="307" r:id="rId10"/>
    <p:sldId id="372" r:id="rId11"/>
    <p:sldId id="303" r:id="rId12"/>
    <p:sldId id="374" r:id="rId13"/>
    <p:sldId id="343" r:id="rId14"/>
    <p:sldId id="375" r:id="rId15"/>
    <p:sldId id="376" r:id="rId16"/>
    <p:sldId id="334" r:id="rId17"/>
    <p:sldId id="377" r:id="rId18"/>
    <p:sldId id="378" r:id="rId19"/>
    <p:sldId id="337" r:id="rId20"/>
    <p:sldId id="384" r:id="rId21"/>
    <p:sldId id="354" r:id="rId22"/>
    <p:sldId id="360" r:id="rId23"/>
    <p:sldId id="339" r:id="rId24"/>
    <p:sldId id="385" r:id="rId25"/>
    <p:sldId id="362" r:id="rId26"/>
    <p:sldId id="386" r:id="rId27"/>
    <p:sldId id="363" r:id="rId28"/>
    <p:sldId id="340" r:id="rId29"/>
    <p:sldId id="387" r:id="rId30"/>
    <p:sldId id="395" r:id="rId31"/>
    <p:sldId id="379" r:id="rId32"/>
    <p:sldId id="364" r:id="rId33"/>
    <p:sldId id="396" r:id="rId34"/>
    <p:sldId id="397" r:id="rId35"/>
    <p:sldId id="380" r:id="rId36"/>
    <p:sldId id="383" r:id="rId37"/>
    <p:sldId id="398" r:id="rId38"/>
    <p:sldId id="399" r:id="rId39"/>
    <p:sldId id="388" r:id="rId40"/>
    <p:sldId id="381" r:id="rId41"/>
    <p:sldId id="382" r:id="rId42"/>
    <p:sldId id="389" r:id="rId43"/>
    <p:sldId id="400" r:id="rId44"/>
    <p:sldId id="390" r:id="rId45"/>
    <p:sldId id="295" r:id="rId46"/>
    <p:sldId id="352" r:id="rId47"/>
    <p:sldId id="353" r:id="rId48"/>
    <p:sldId id="258" r:id="rId49"/>
    <p:sldId id="281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4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F8B4-C819-6EB0-F2CD-C9EBF36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64FD0-F6C0-FEA2-4C37-1D9EB0F1B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BB1CB-F598-1519-2EB9-EAC15159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CBDE-8462-E6F0-EC57-3A870021B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361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1B62-3F49-4272-CF02-C1A3F113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41A5A-EDED-1DCD-2543-9B6A5399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C3407-2F0F-BB76-D1C2-68596B12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ABC7-ADCB-A3AF-AC42-78256566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651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2392-AEFD-4E28-A329-FFEECB4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B3AF-471A-EFB8-1120-A5F8DCE4E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B0F1-9256-CFEC-DC61-01476746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5D39-D7A5-E77C-77F9-EE0C53F2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055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BFEF-CE1A-4142-EE82-972287C4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FA184-F894-363B-1868-04968855E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4382C-4498-9D20-41DD-C3A2CC17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CAB9-1072-03AF-4073-CFECB56FD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06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4E1C-3455-E146-20DB-CDE3C307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F6ED4-AEFC-B433-1C31-7D6215611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6A989-4D90-6BF5-3F07-C67C12779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C499-6FCF-A66B-10A6-BF2965091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9853-3BD9-7D4C-7B28-3D48F811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171C9-820F-88FE-952B-FB47483E9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2D08-DA19-F9F1-53E0-41D15713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9D4-70A3-63D9-81F1-A37E9A0B6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361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24: Server 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Distinguish client state from server state</a:t>
            </a:r>
          </a:p>
          <a:p>
            <a:r>
              <a:rPr lang="en-US" dirty="0"/>
              <a:t>Explain why server state needs special handling</a:t>
            </a:r>
          </a:p>
          <a:p>
            <a:r>
              <a:rPr lang="en-US" dirty="0"/>
              <a:t>Use </a:t>
            </a:r>
            <a:r>
              <a:rPr lang="en-US" dirty="0" err="1"/>
              <a:t>TanStack</a:t>
            </a:r>
            <a:r>
              <a:rPr lang="en-US" dirty="0"/>
              <a:t> Query to fetch data</a:t>
            </a:r>
          </a:p>
          <a:p>
            <a:r>
              <a:rPr lang="en-US" dirty="0"/>
              <a:t>Handle loading and error states</a:t>
            </a:r>
          </a:p>
          <a:p>
            <a:r>
              <a:rPr lang="en-US" dirty="0"/>
              <a:t>Use mutations to update server data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 vs server state recap</a:t>
            </a:r>
          </a:p>
          <a:p>
            <a:r>
              <a:rPr lang="en-US" dirty="0"/>
              <a:t>Problems with manual data fetching</a:t>
            </a:r>
          </a:p>
          <a:p>
            <a:r>
              <a:rPr lang="en-US" dirty="0"/>
              <a:t>What is </a:t>
            </a:r>
            <a:r>
              <a:rPr lang="en-US" dirty="0" err="1"/>
              <a:t>TanStack</a:t>
            </a:r>
            <a:r>
              <a:rPr lang="en-US" dirty="0"/>
              <a:t> Query?</a:t>
            </a:r>
          </a:p>
          <a:p>
            <a:r>
              <a:rPr lang="en-US" dirty="0"/>
              <a:t>Queries (</a:t>
            </a:r>
            <a:r>
              <a:rPr lang="en-US" dirty="0" err="1"/>
              <a:t>useQuery</a:t>
            </a:r>
            <a:r>
              <a:rPr lang="en-US" dirty="0"/>
              <a:t>)</a:t>
            </a:r>
          </a:p>
          <a:p>
            <a:r>
              <a:rPr lang="en-US" dirty="0"/>
              <a:t>Mutations (</a:t>
            </a:r>
            <a:r>
              <a:rPr lang="en-US" dirty="0" err="1"/>
              <a:t>useMutation</a:t>
            </a:r>
            <a:r>
              <a:rPr lang="en-US" dirty="0"/>
              <a:t>)</a:t>
            </a:r>
          </a:p>
          <a:p>
            <a:r>
              <a:rPr lang="en-US" dirty="0"/>
              <a:t>Caching and invalidation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now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1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Shared client state with Context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next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1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Where does API data belong?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2C6C-7825-D91F-A9EC-CE1455B6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4EDA-8A82-3CB2-9472-C2B9E62D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D049-1F0A-7133-0D7C-26345E6A9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8"/>
          </a:xfrm>
        </p:spPr>
        <p:txBody>
          <a:bodyPr>
            <a:normAutofit/>
          </a:bodyPr>
          <a:lstStyle/>
          <a:p>
            <a:r>
              <a:rPr lang="en-US" dirty="0"/>
              <a:t>Local state</a:t>
            </a:r>
          </a:p>
          <a:p>
            <a:r>
              <a:rPr lang="en-US" dirty="0"/>
              <a:t>Shared client state (Context)</a:t>
            </a:r>
          </a:p>
          <a:p>
            <a:r>
              <a:rPr lang="en-US" dirty="0"/>
              <a:t>Server state</a:t>
            </a:r>
          </a:p>
        </p:txBody>
      </p:sp>
    </p:spTree>
    <p:extLst>
      <p:ext uri="{BB962C8B-B14F-4D97-AF65-F5344CB8AC3E}">
        <p14:creationId xmlns:p14="http://schemas.microsoft.com/office/powerpoint/2010/main" val="89746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618C-EFF9-951F-F922-D62E1035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0967-0526-8489-841E-C846F2F3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1EC33-DDD5-EF03-531D-89331B49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2464527"/>
          </a:xfrm>
        </p:spPr>
        <p:txBody>
          <a:bodyPr>
            <a:normAutofit/>
          </a:bodyPr>
          <a:lstStyle/>
          <a:p>
            <a:r>
              <a:rPr lang="en-US" dirty="0"/>
              <a:t>Server state behaves differently than UI state.</a:t>
            </a:r>
          </a:p>
        </p:txBody>
      </p:sp>
    </p:spTree>
    <p:extLst>
      <p:ext uri="{BB962C8B-B14F-4D97-AF65-F5344CB8AC3E}">
        <p14:creationId xmlns:p14="http://schemas.microsoft.com/office/powerpoint/2010/main" val="141267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Server State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server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that: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comes from an API</a:t>
            </a:r>
          </a:p>
          <a:p>
            <a:r>
              <a:rPr lang="en-US" dirty="0"/>
              <a:t>can change outside your app</a:t>
            </a:r>
          </a:p>
          <a:p>
            <a:r>
              <a:rPr lang="en-US" dirty="0"/>
              <a:t>must be fetched and kept up to date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resources list</a:t>
            </a:r>
          </a:p>
          <a:p>
            <a:r>
              <a:rPr lang="en-US" dirty="0"/>
              <a:t>selected resource details</a:t>
            </a:r>
          </a:p>
          <a:p>
            <a:r>
              <a:rPr lang="en-US" dirty="0"/>
              <a:t>user data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it's different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65CF2-00AE-1763-1EFC-8FC89DE11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0"/>
            <a:ext cx="10515600" cy="2758816"/>
          </a:xfrm>
        </p:spPr>
        <p:txBody>
          <a:bodyPr/>
          <a:lstStyle/>
          <a:p>
            <a:r>
              <a:rPr lang="en-US" dirty="0"/>
              <a:t>You don’t own this data.</a:t>
            </a:r>
          </a:p>
        </p:txBody>
      </p:sp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Manual fetching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3289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fetch('/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/resources')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.then(res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.then(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setResources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 []);</a:t>
            </a: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r>
              <a:rPr lang="en-US" dirty="0"/>
              <a:t>loading state</a:t>
            </a:r>
          </a:p>
          <a:p>
            <a:r>
              <a:rPr lang="en-US" dirty="0"/>
              <a:t>error state</a:t>
            </a:r>
          </a:p>
          <a:p>
            <a:r>
              <a:rPr lang="en-US" dirty="0" err="1"/>
              <a:t>refetching</a:t>
            </a:r>
            <a:endParaRPr lang="en-US" dirty="0"/>
          </a:p>
          <a:p>
            <a:r>
              <a:rPr lang="en-US" dirty="0"/>
              <a:t>caching</a:t>
            </a:r>
          </a:p>
          <a:p>
            <a:r>
              <a:rPr lang="en-US" dirty="0"/>
              <a:t>duplicate requests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b="1" dirty="0"/>
              <a:t>This does not scale well</a:t>
            </a:r>
            <a:endParaRPr lang="en-CA" dirty="0"/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you must handle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Introducing </a:t>
            </a:r>
            <a:r>
              <a:rPr lang="en-CA" dirty="0" err="1"/>
              <a:t>TanStack</a:t>
            </a:r>
            <a:r>
              <a:rPr lang="en-CA" dirty="0"/>
              <a:t> Query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library for managing server state.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it?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r>
              <a:rPr lang="en-US" dirty="0"/>
              <a:t>data fetching</a:t>
            </a:r>
          </a:p>
          <a:p>
            <a:r>
              <a:rPr lang="en-US" dirty="0"/>
              <a:t>caching</a:t>
            </a:r>
          </a:p>
          <a:p>
            <a:r>
              <a:rPr lang="en-US" dirty="0"/>
              <a:t>background updates</a:t>
            </a:r>
          </a:p>
          <a:p>
            <a:r>
              <a:rPr lang="en-US" dirty="0"/>
              <a:t>synchronization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it provides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manages server data over time.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8F39-EA39-A20A-1C13-0DB4806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7161-F20A-0E94-86B0-9AAEB5F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123326069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0"/>
            <a:ext cx="10515600" cy="2464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{ data,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isLoading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useQuery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['resources'],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queryFn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fetchResources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useQuery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fetches data</a:t>
            </a:r>
          </a:p>
          <a:p>
            <a:r>
              <a:rPr lang="en-US" dirty="0"/>
              <a:t>caches it</a:t>
            </a:r>
          </a:p>
          <a:p>
            <a:r>
              <a:rPr lang="en-US" dirty="0"/>
              <a:t>tracks loading and errors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Queries replace manual fetching logic.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Replace </a:t>
            </a:r>
            <a:r>
              <a:rPr lang="en-US" dirty="0" err="1"/>
              <a:t>useEffect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D6A8-33C1-0FE1-B3FB-80DC26B9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D589-C011-D4D5-0E43-C77918B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Query Keys</a:t>
            </a:r>
          </a:p>
        </p:txBody>
      </p:sp>
    </p:spTree>
    <p:extLst>
      <p:ext uri="{BB962C8B-B14F-4D97-AF65-F5344CB8AC3E}">
        <p14:creationId xmlns:p14="http://schemas.microsoft.com/office/powerpoint/2010/main" val="2530571506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query keys?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159"/>
            <a:ext cx="10515600" cy="2811367"/>
          </a:xfrm>
        </p:spPr>
        <p:txBody>
          <a:bodyPr>
            <a:normAutofit/>
          </a:bodyPr>
          <a:lstStyle/>
          <a:p>
            <a:r>
              <a:rPr lang="en-US" dirty="0"/>
              <a:t>Unique identifiers for cached data.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3F09-9F47-B532-ED3D-9B97E889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474-142C-BE2E-7648-6CE7D767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4EE6-6A91-62DA-C31C-991E665A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041"/>
            <a:ext cx="10515600" cy="2422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['entity']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['entity’,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entityId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302467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they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control caching</a:t>
            </a:r>
          </a:p>
          <a:p>
            <a:r>
              <a:rPr lang="en-US" dirty="0"/>
              <a:t>control </a:t>
            </a:r>
            <a:r>
              <a:rPr lang="en-US" dirty="0" err="1"/>
              <a:t>refetching</a:t>
            </a:r>
            <a:endParaRPr lang="en-US" dirty="0"/>
          </a:p>
          <a:p>
            <a:r>
              <a:rPr lang="en-US" dirty="0"/>
              <a:t>distinguish data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Dynamic Queries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6AC7-34C7-391E-DA78-E8EA516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3DC8-1C6A-DAF3-893D-045A9B9F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Fetching by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30DD-2499-4961-106A-AF0B0B50B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useQuery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['resource',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queryFn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()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fetchResource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enabled: Boolean(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346575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E741-AC6C-43F0-AAEB-F2F3E764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6BBA-064D-E25A-6643-E0D66B6D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2B1AC-6C38-39AC-A363-5ADC11660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Different inputs create different cached data.</a:t>
            </a:r>
          </a:p>
        </p:txBody>
      </p:sp>
    </p:spTree>
    <p:extLst>
      <p:ext uri="{BB962C8B-B14F-4D97-AF65-F5344CB8AC3E}">
        <p14:creationId xmlns:p14="http://schemas.microsoft.com/office/powerpoint/2010/main" val="2024249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1217-4E7C-751A-B572-15ABCBC6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F91F-8A0A-7D30-FC7B-71F88FBB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080014208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useMutation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mutation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useMutation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mutationFn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createResource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8864-DE52-FDE1-C1DB-2AD8E4C7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1B37-A0A5-FF77-8F73-4722433C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mutations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59E4-E918-4124-C2E6-D18FF1C1D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</a:t>
            </a:r>
          </a:p>
          <a:p>
            <a:r>
              <a:rPr lang="en-US" dirty="0"/>
              <a:t>update</a:t>
            </a:r>
          </a:p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429007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1AD1-BB28-8582-7E1B-D06D124D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42E4-2833-9644-954A-4E6F2774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ED58-875B-09FE-80E9-2B00A4ABC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Mutations change server data.</a:t>
            </a:r>
          </a:p>
        </p:txBody>
      </p:sp>
    </p:spTree>
    <p:extLst>
      <p:ext uri="{BB962C8B-B14F-4D97-AF65-F5344CB8AC3E}">
        <p14:creationId xmlns:p14="http://schemas.microsoft.com/office/powerpoint/2010/main" val="925925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FE78-0D47-0F11-CA5F-9128D9E1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6F70-1974-3E03-5BE6-0694AA7D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Cache Invalidation</a:t>
            </a:r>
          </a:p>
        </p:txBody>
      </p:sp>
    </p:spTree>
    <p:extLst>
      <p:ext uri="{BB962C8B-B14F-4D97-AF65-F5344CB8AC3E}">
        <p14:creationId xmlns:p14="http://schemas.microsoft.com/office/powerpoint/2010/main" val="1292335371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FA57-10D5-A117-3A1B-B373D87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DEC-071A-F79E-5076-DA7D7D94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a mutation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A478-3982-31CF-B727-5AA691D8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queryClient.invalidateQueries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(['resources']);</a:t>
            </a:r>
          </a:p>
        </p:txBody>
      </p:sp>
    </p:spTree>
    <p:extLst>
      <p:ext uri="{BB962C8B-B14F-4D97-AF65-F5344CB8AC3E}">
        <p14:creationId xmlns:p14="http://schemas.microsoft.com/office/powerpoint/2010/main" val="2494333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A87B-2C56-A081-777B-785ECD27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8042-CA12-29D2-EBC6-D97353E3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1E33-B593-038A-5B1C-1913C2C7C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dirty="0" err="1"/>
              <a:t>refetch</a:t>
            </a:r>
            <a:r>
              <a:rPr lang="en-US" dirty="0"/>
              <a:t> updated data.</a:t>
            </a:r>
          </a:p>
        </p:txBody>
      </p:sp>
    </p:spTree>
    <p:extLst>
      <p:ext uri="{BB962C8B-B14F-4D97-AF65-F5344CB8AC3E}">
        <p14:creationId xmlns:p14="http://schemas.microsoft.com/office/powerpoint/2010/main" val="1640704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21E5-FF86-1785-9116-AA90223F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2E8E-4F1F-898B-C338-EC0D092E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F26F1-FE0D-E694-6576-1872F5BFA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Invalidate -&gt; </a:t>
            </a:r>
            <a:r>
              <a:rPr lang="en-US" dirty="0" err="1"/>
              <a:t>refetch</a:t>
            </a:r>
            <a:r>
              <a:rPr lang="en-US" dirty="0"/>
              <a:t> -&gt; UI updates</a:t>
            </a:r>
          </a:p>
        </p:txBody>
      </p:sp>
    </p:spTree>
    <p:extLst>
      <p:ext uri="{BB962C8B-B14F-4D97-AF65-F5344CB8AC3E}">
        <p14:creationId xmlns:p14="http://schemas.microsoft.com/office/powerpoint/2010/main" val="241024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270A-A60E-D117-A0EF-893370D0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06E8-EA58-AEC5-E763-F5597CD1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Router vs </a:t>
            </a:r>
            <a:r>
              <a:rPr lang="en-CA" dirty="0" err="1"/>
              <a:t>TanStack</a:t>
            </a:r>
            <a:r>
              <a:rPr lang="en-CA" dirty="0"/>
              <a:t> Query</a:t>
            </a:r>
          </a:p>
        </p:txBody>
      </p:sp>
    </p:spTree>
    <p:extLst>
      <p:ext uri="{BB962C8B-B14F-4D97-AF65-F5344CB8AC3E}">
        <p14:creationId xmlns:p14="http://schemas.microsoft.com/office/powerpoint/2010/main" val="3677666637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058A-0ACC-C4BF-5B4E-47CEC1D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17BD-F614-DA73-0EEE-836E0DDE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FDAD-F940-4BE6-EB55-66BB93E4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React Router: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route params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TanStack</a:t>
            </a:r>
            <a:r>
              <a:rPr lang="en-US" dirty="0"/>
              <a:t> Query:</a:t>
            </a:r>
          </a:p>
          <a:p>
            <a:r>
              <a:rPr lang="en-US" dirty="0"/>
              <a:t>server data</a:t>
            </a:r>
          </a:p>
          <a:p>
            <a:r>
              <a:rPr lang="en-US" dirty="0"/>
              <a:t>caching</a:t>
            </a:r>
          </a:p>
          <a:p>
            <a:r>
              <a:rPr lang="en-US" dirty="0"/>
              <a:t>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088707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EDF6-FF86-A375-E215-6781898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DEEF-B8EE-2B67-4DC5-51BFFD17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B45E-0E9B-BAD9-6BC0-EB436701B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Routing and data are separate concerns.</a:t>
            </a:r>
          </a:p>
        </p:txBody>
      </p:sp>
    </p:spTree>
    <p:extLst>
      <p:ext uri="{BB962C8B-B14F-4D97-AF65-F5344CB8AC3E}">
        <p14:creationId xmlns:p14="http://schemas.microsoft.com/office/powerpoint/2010/main" val="493979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8E84-4426-9D60-4F6B-81F51724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7A58-02FE-FCC5-8A33-AB624C46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3922730079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88FF-8E4C-21C4-365C-190924F1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E406-C303-F67B-99F3-7941D618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TanStack</a:t>
            </a:r>
            <a:r>
              <a:rPr lang="en-US" dirty="0"/>
              <a:t>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7B6D-14BF-53BB-3DA7-25DA45280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less boilerplate</a:t>
            </a:r>
          </a:p>
          <a:p>
            <a:r>
              <a:rPr lang="en-US" dirty="0"/>
              <a:t>automatic caching</a:t>
            </a:r>
          </a:p>
          <a:p>
            <a:r>
              <a:rPr lang="en-US" dirty="0"/>
              <a:t>background updates</a:t>
            </a:r>
          </a:p>
          <a:p>
            <a:r>
              <a:rPr lang="en-US" dirty="0"/>
              <a:t>cleaner components</a:t>
            </a:r>
          </a:p>
        </p:txBody>
      </p:sp>
    </p:spTree>
    <p:extLst>
      <p:ext uri="{BB962C8B-B14F-4D97-AF65-F5344CB8AC3E}">
        <p14:creationId xmlns:p14="http://schemas.microsoft.com/office/powerpoint/2010/main" val="3104226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E7F3-878D-E9E1-CD7C-EF3CBD48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5FC4-D74D-EFF4-4E76-427C398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AA36-CB0A-0AD0-9576-DF97E436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UI-related</a:t>
            </a:r>
          </a:p>
          <a:p>
            <a:r>
              <a:rPr lang="en-US" dirty="0"/>
              <a:t>local or shared</a:t>
            </a:r>
          </a:p>
        </p:txBody>
      </p:sp>
    </p:spTree>
    <p:extLst>
      <p:ext uri="{BB962C8B-B14F-4D97-AF65-F5344CB8AC3E}">
        <p14:creationId xmlns:p14="http://schemas.microsoft.com/office/powerpoint/2010/main" val="225364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to utilize </a:t>
            </a:r>
            <a:r>
              <a:rPr lang="en-CA" dirty="0" err="1"/>
              <a:t>TanStack</a:t>
            </a:r>
            <a:r>
              <a:rPr lang="en-CA" dirty="0"/>
              <a:t> Query for managing server-side state/data.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server state access on the client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 the necessary package(s).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the required queries and mutations.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Implement queries and mutations </a:t>
            </a:r>
            <a:r>
              <a:rPr lang="en-CA"/>
              <a:t>where appropriate.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TanStack</a:t>
            </a:r>
            <a:r>
              <a:rPr lang="en-US" dirty="0"/>
              <a:t> Query manage?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UI state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Server state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Routing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Styling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Distinguish client state from server state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why server state needs special handling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TanStack</a:t>
            </a:r>
            <a:r>
              <a:rPr lang="en-US" dirty="0"/>
              <a:t> Query to fetch data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Handle loading and error states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mutations to update server data</a:t>
            </a:r>
          </a:p>
          <a:p>
            <a:pPr marL="971527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Complete the lesson 24 checklist</a:t>
            </a:r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server state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</a:t>
            </a:r>
            <a:r>
              <a:rPr lang="en-US" dirty="0" err="1"/>
              <a:t>useQuery</a:t>
            </a:r>
            <a:r>
              <a:rPr lang="en-US" dirty="0"/>
              <a:t> does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</a:t>
            </a:r>
            <a:r>
              <a:rPr lang="en-US" dirty="0" err="1"/>
              <a:t>useMutation</a:t>
            </a:r>
            <a:r>
              <a:rPr lang="en-US" dirty="0"/>
              <a:t> does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caching matters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17364</TotalTime>
  <Words>615</Words>
  <Application>Microsoft Macintosh PowerPoint</Application>
  <PresentationFormat>Widescreen</PresentationFormat>
  <Paragraphs>182</Paragraphs>
  <Slides>49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we are now</vt:lpstr>
      <vt:lpstr>The next question</vt:lpstr>
      <vt:lpstr>Types of state</vt:lpstr>
      <vt:lpstr>Key idea</vt:lpstr>
      <vt:lpstr>Server State</vt:lpstr>
      <vt:lpstr>What is server state?</vt:lpstr>
      <vt:lpstr>Examples</vt:lpstr>
      <vt:lpstr>Why it's different</vt:lpstr>
      <vt:lpstr>The Problem</vt:lpstr>
      <vt:lpstr>Manual fetching</vt:lpstr>
      <vt:lpstr>What you must handle</vt:lpstr>
      <vt:lpstr>Introducing TanStack Query</vt:lpstr>
      <vt:lpstr>What is it?</vt:lpstr>
      <vt:lpstr>What it provides</vt:lpstr>
      <vt:lpstr>Key idea</vt:lpstr>
      <vt:lpstr>Queries</vt:lpstr>
      <vt:lpstr>useQuery</vt:lpstr>
      <vt:lpstr>What it does</vt:lpstr>
      <vt:lpstr>Replace useEffect</vt:lpstr>
      <vt:lpstr>Query Keys</vt:lpstr>
      <vt:lpstr>What are query keys?</vt:lpstr>
      <vt:lpstr>Example</vt:lpstr>
      <vt:lpstr>Why they matter</vt:lpstr>
      <vt:lpstr>Dynamic Queries</vt:lpstr>
      <vt:lpstr>Fetching by ID</vt:lpstr>
      <vt:lpstr>Key idea</vt:lpstr>
      <vt:lpstr>Mutations</vt:lpstr>
      <vt:lpstr>useMutation</vt:lpstr>
      <vt:lpstr>What mutations do</vt:lpstr>
      <vt:lpstr>Key idea</vt:lpstr>
      <vt:lpstr>Cache Invalidation</vt:lpstr>
      <vt:lpstr>After a mutation</vt:lpstr>
      <vt:lpstr>Why?</vt:lpstr>
      <vt:lpstr>Key idea</vt:lpstr>
      <vt:lpstr>React Router vs TanStack Query</vt:lpstr>
      <vt:lpstr>Responsibilities</vt:lpstr>
      <vt:lpstr>Key takeaway</vt:lpstr>
      <vt:lpstr>Advantages</vt:lpstr>
      <vt:lpstr>Benefits of TanStack Query</vt:lpstr>
      <vt:lpstr>Client state</vt:lpstr>
      <vt:lpstr>Hands-on Practice</vt:lpstr>
      <vt:lpstr>Quick Poll</vt:lpstr>
      <vt:lpstr>What does TanStack Query manage?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289</cp:revision>
  <dcterms:created xsi:type="dcterms:W3CDTF">2025-05-09T22:20:28Z</dcterms:created>
  <dcterms:modified xsi:type="dcterms:W3CDTF">2026-03-31T20:15:30Z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