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82" r:id="rId4"/>
    <p:sldId id="306" r:id="rId5"/>
    <p:sldId id="322" r:id="rId6"/>
    <p:sldId id="371" r:id="rId7"/>
    <p:sldId id="372" r:id="rId8"/>
    <p:sldId id="307" r:id="rId9"/>
    <p:sldId id="303" r:id="rId10"/>
    <p:sldId id="374" r:id="rId11"/>
    <p:sldId id="375" r:id="rId12"/>
    <p:sldId id="343" r:id="rId13"/>
    <p:sldId id="376" r:id="rId14"/>
    <p:sldId id="377" r:id="rId15"/>
    <p:sldId id="378" r:id="rId16"/>
    <p:sldId id="379" r:id="rId17"/>
    <p:sldId id="334" r:id="rId18"/>
    <p:sldId id="337" r:id="rId19"/>
    <p:sldId id="354" r:id="rId20"/>
    <p:sldId id="360" r:id="rId21"/>
    <p:sldId id="339" r:id="rId22"/>
    <p:sldId id="340" r:id="rId23"/>
    <p:sldId id="362" r:id="rId24"/>
    <p:sldId id="363" r:id="rId25"/>
    <p:sldId id="364" r:id="rId26"/>
    <p:sldId id="295" r:id="rId27"/>
    <p:sldId id="352" r:id="rId28"/>
    <p:sldId id="353" r:id="rId29"/>
    <p:sldId id="258" r:id="rId30"/>
    <p:sldId id="28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94"/>
    <p:restoredTop sz="94679"/>
  </p:normalViewPr>
  <p:slideViewPr>
    <p:cSldViewPr snapToGrid="0">
      <p:cViewPr varScale="1">
        <p:scale>
          <a:sx n="121" d="100"/>
          <a:sy n="121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19: React Router Data Mode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Understand the purpose of React Router data mode</a:t>
            </a:r>
          </a:p>
          <a:p>
            <a:r>
              <a:rPr lang="en-US" dirty="0"/>
              <a:t>Configure a router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createBrowserRouter</a:t>
            </a:r>
            <a:endParaRPr lang="en-US" dirty="0"/>
          </a:p>
          <a:p>
            <a:r>
              <a:rPr lang="en-US" dirty="0"/>
              <a:t>Load route data using </a:t>
            </a:r>
            <a:r>
              <a:rPr lang="en-US" b="1" dirty="0"/>
              <a:t>loader functions</a:t>
            </a:r>
          </a:p>
          <a:p>
            <a:r>
              <a:rPr lang="en-US" dirty="0"/>
              <a:t>Access loaded data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useLoaderData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/>
          </a:p>
          <a:p>
            <a:r>
              <a:rPr lang="en-US" dirty="0"/>
              <a:t>Handle form submissions using </a:t>
            </a:r>
            <a:r>
              <a:rPr lang="en-US" b="1" dirty="0"/>
              <a:t>route actions</a:t>
            </a:r>
            <a:endParaRPr lang="en-US" dirty="0"/>
          </a:p>
          <a:p>
            <a:r>
              <a:rPr lang="en-US" dirty="0"/>
              <a:t>Use React Router's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&lt;Form&gt;</a:t>
            </a:r>
            <a:r>
              <a:rPr lang="en-US" dirty="0"/>
              <a:t> component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 of component‑based routing</a:t>
            </a:r>
          </a:p>
          <a:p>
            <a:r>
              <a:rPr lang="en-US" dirty="0"/>
              <a:t>What React Router data mode solves</a:t>
            </a:r>
          </a:p>
          <a:p>
            <a:r>
              <a:rPr lang="en-US" dirty="0"/>
              <a:t>Router configuration using a router object</a:t>
            </a:r>
          </a:p>
          <a:p>
            <a:r>
              <a:rPr lang="en-US" dirty="0"/>
              <a:t>Route loaders</a:t>
            </a:r>
          </a:p>
          <a:p>
            <a:r>
              <a:rPr lang="en-US" dirty="0"/>
              <a:t>Route actions</a:t>
            </a:r>
          </a:p>
          <a:p>
            <a:r>
              <a:rPr lang="en-US" dirty="0"/>
              <a:t>Router forms</a:t>
            </a:r>
          </a:p>
          <a:p>
            <a:r>
              <a:rPr lang="en-US" dirty="0"/>
              <a:t>Application architecture changes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previously loaded data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In earlier lessons, components typically handled their own data: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Component renders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/>
              <a:t> runs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fetch()</a:t>
            </a:r>
            <a:r>
              <a:rPr lang="en-US" dirty="0"/>
              <a:t> loads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State updates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Component re-renders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approach works, but data logic becomes scattered across components.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6A62-3096-7ED3-BDC9-4D99E862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158D-8B33-384D-036A-A2E8BEE6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Problems with component‑based data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D78C-59A2-8039-9E4E-B772C6A45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Common issues include: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Duplicate fetch logic</a:t>
            </a:r>
          </a:p>
          <a:p>
            <a:r>
              <a:rPr lang="en-US" dirty="0"/>
              <a:t>Data loading tightly coupled to UI</a:t>
            </a:r>
          </a:p>
          <a:p>
            <a:r>
              <a:rPr lang="en-US" dirty="0"/>
              <a:t>Harder to coordinate data across routes</a:t>
            </a:r>
          </a:p>
          <a:p>
            <a:r>
              <a:rPr lang="en-US" dirty="0"/>
              <a:t>Extra loading states scattered throughout components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 applications grow, this pattern becomes difficult to maintain.</a:t>
            </a:r>
          </a:p>
        </p:txBody>
      </p:sp>
    </p:spTree>
    <p:extLst>
      <p:ext uri="{BB962C8B-B14F-4D97-AF65-F5344CB8AC3E}">
        <p14:creationId xmlns:p14="http://schemas.microsoft.com/office/powerpoint/2010/main" val="48724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8BAC-9251-5B78-45AF-DD712BD8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83AA-516C-D39A-6F4A-ED29CF3C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idea behind data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294F-96C3-29CC-38F3-15E8CF23C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React Router introduces </a:t>
            </a:r>
            <a:r>
              <a:rPr lang="en-US" b="1" dirty="0"/>
              <a:t>data mode</a:t>
            </a:r>
            <a:r>
              <a:rPr lang="en-US" dirty="0"/>
              <a:t> to move data work into the router.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Routes can now define: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component renders</a:t>
            </a:r>
          </a:p>
          <a:p>
            <a:r>
              <a:rPr lang="en-US" dirty="0"/>
              <a:t>how data loads</a:t>
            </a:r>
          </a:p>
          <a:p>
            <a:r>
              <a:rPr lang="en-US" dirty="0"/>
              <a:t>how mutations occur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router becomes responsible for </a:t>
            </a:r>
            <a:r>
              <a:rPr lang="en-US" b="1" dirty="0"/>
              <a:t>navigation and data flow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805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Router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Earlier we configured routes using JSX: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BrowserRouter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&lt;Routes&gt;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&lt;Route path="/" element={&lt;Home /&gt;}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&lt;/Routes&gt;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BrowserRouter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structure focuses only on </a:t>
            </a:r>
            <a:r>
              <a:rPr lang="en-US" b="1" dirty="0"/>
              <a:t>component rendering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70BC-5FAD-9DED-1C64-E6E20035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827E-5CA3-4B10-6A81-CE7A0690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mode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68BAE-12A0-595D-2641-BE52FBAD0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3"/>
            <a:ext cx="6676697" cy="295340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Data mode uses a </a:t>
            </a:r>
            <a:r>
              <a:rPr lang="en-US" b="1" dirty="0"/>
              <a:t>router object</a:t>
            </a:r>
            <a:r>
              <a:rPr lang="en-US" dirty="0"/>
              <a:t> instead: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router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createBrowserRouter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path: "/",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element: &lt;App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30C7D-DE98-B87D-2790-DE082F5C509F}"/>
              </a:ext>
            </a:extLst>
          </p:cNvPr>
          <p:cNvSpPr txBox="1"/>
          <p:nvPr/>
        </p:nvSpPr>
        <p:spPr>
          <a:xfrm>
            <a:off x="6526925" y="2007475"/>
            <a:ext cx="48268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The router object allows routes to define:</a:t>
            </a:r>
          </a:p>
          <a:p>
            <a:pPr marL="0" indent="0">
              <a:buNone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loaders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923760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F398-DAD9-BE32-3C3B-27731F4A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D3E6-9E60-C188-A728-8C6077E4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RouterProvider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24D6C-F782-C384-5EB9-2BCB4E2E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3"/>
            <a:ext cx="5688725" cy="2953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application renders the router using: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RouterProvider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router={router} /&gt;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49FD7-40F2-FC71-0307-20F47D66B003}"/>
              </a:ext>
            </a:extLst>
          </p:cNvPr>
          <p:cNvSpPr txBox="1"/>
          <p:nvPr/>
        </p:nvSpPr>
        <p:spPr>
          <a:xfrm>
            <a:off x="6526924" y="1870843"/>
            <a:ext cx="48268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The router now controls:</a:t>
            </a:r>
          </a:p>
          <a:p>
            <a:pPr marL="0" indent="0">
              <a:buNone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form submissions</a:t>
            </a:r>
          </a:p>
        </p:txBody>
      </p:sp>
    </p:spTree>
    <p:extLst>
      <p:ext uri="{BB962C8B-B14F-4D97-AF65-F5344CB8AC3E}">
        <p14:creationId xmlns:p14="http://schemas.microsoft.com/office/powerpoint/2010/main" val="202308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Route Loaders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163E-1081-E88F-87A2-ECA51F69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2FCD-7BB1-8A45-DB4F-53ABB1549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loader</a:t>
            </a:r>
            <a:r>
              <a:rPr lang="en-US" dirty="0"/>
              <a:t> is a function that fetches data for a route.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Loaders run </a:t>
            </a:r>
            <a:r>
              <a:rPr lang="en-US" b="1" dirty="0"/>
              <a:t>before the route renders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means the component receives data immediately.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114CF-D445-E382-C653-68207AC3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is a loader?</a:t>
            </a:r>
          </a:p>
        </p:txBody>
      </p:sp>
    </p:spTree>
    <p:extLst>
      <p:ext uri="{BB962C8B-B14F-4D97-AF65-F5344CB8AC3E}">
        <p14:creationId xmlns:p14="http://schemas.microsoft.com/office/powerpoint/2010/main" val="4261240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1E31-F02A-24EC-1A0B-AEAE6DBE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78D6-9306-1845-24B0-8A5960706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export async function loader()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const res = await fetch("/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/resources");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res.json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loader prepares the data for the route.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CA288-564C-F0D9-84EF-E5B7F0E3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 loader</a:t>
            </a:r>
          </a:p>
        </p:txBody>
      </p:sp>
    </p:spTree>
    <p:extLst>
      <p:ext uri="{BB962C8B-B14F-4D97-AF65-F5344CB8AC3E}">
        <p14:creationId xmlns:p14="http://schemas.microsoft.com/office/powerpoint/2010/main" val="4114144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458B-4D7A-BF7A-9F6A-4BF8EA3E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8248-79D7-26D0-D9BD-A347423B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Components read loader data using: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data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useLoaderData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router automatically provides the result of the loader.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387F6-C140-F0C8-01D1-0C1C40F9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Accessing loader data</a:t>
            </a:r>
          </a:p>
        </p:txBody>
      </p:sp>
    </p:spTree>
    <p:extLst>
      <p:ext uri="{BB962C8B-B14F-4D97-AF65-F5344CB8AC3E}">
        <p14:creationId xmlns:p14="http://schemas.microsoft.com/office/powerpoint/2010/main" val="1045713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A181-C28B-32A6-17C9-4940BD11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8CD13-BDAB-B790-2169-8E2680322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82183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User navigates to route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Router runs loader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Data resolves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Component renders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component receives the data immediately when it renders.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E5C20-5A8E-F16D-C1E2-0AE35DEB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Loader lifecycle</a:t>
            </a:r>
          </a:p>
        </p:txBody>
      </p:sp>
    </p:spTree>
    <p:extLst>
      <p:ext uri="{BB962C8B-B14F-4D97-AF65-F5344CB8AC3E}">
        <p14:creationId xmlns:p14="http://schemas.microsoft.com/office/powerpoint/2010/main" val="3864188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Route Actions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action</a:t>
            </a:r>
            <a:r>
              <a:rPr lang="en-US" dirty="0"/>
              <a:t> handles data mutations for a route.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 include: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creating data</a:t>
            </a:r>
          </a:p>
          <a:p>
            <a:r>
              <a:rPr lang="en-US" dirty="0"/>
              <a:t>updating data</a:t>
            </a:r>
          </a:p>
          <a:p>
            <a:r>
              <a:rPr lang="en-US" dirty="0"/>
              <a:t>deleting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Actions are triggered by form submissions.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415C-6716-B5DF-F21D-5C67E3C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is an action?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2"/>
            <a:ext cx="10515600" cy="33473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export async function action({ request })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const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formData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await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request.formData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await fetch("/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/resources",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method: "POST",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body: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JSON.stringify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Object.fromEntries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formData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router runs the action when the form is submitted.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BA7F-6715-A130-8CE0-7CF89CC9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 action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38F2-85E5-2E11-0EB0-1C9AB439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AD85-4D77-A12E-A004-B0EE9A4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Router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C553-75D8-7927-58DA-97335849D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React Router provides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&lt;Form&gt;</a:t>
            </a:r>
            <a:r>
              <a:rPr lang="en-US" dirty="0"/>
              <a:t> component.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&lt;Form method="post"&gt;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&lt;input name="title"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&lt;button type="submit"&gt;Save&lt;/button&gt;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&lt;/Form&gt;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Submitting the form automatically calls the route's action.</a:t>
            </a:r>
          </a:p>
        </p:txBody>
      </p:sp>
    </p:spTree>
    <p:extLst>
      <p:ext uri="{BB962C8B-B14F-4D97-AF65-F5344CB8AC3E}">
        <p14:creationId xmlns:p14="http://schemas.microsoft.com/office/powerpoint/2010/main" val="3970606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903"/>
            <a:ext cx="10515600" cy="3578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Router forms: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simplify form submission logic</a:t>
            </a:r>
          </a:p>
          <a:p>
            <a:r>
              <a:rPr lang="en-US" dirty="0"/>
              <a:t>connect directly to route actions</a:t>
            </a:r>
          </a:p>
          <a:p>
            <a:r>
              <a:rPr lang="en-US" dirty="0"/>
              <a:t>remove manual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fetch()</a:t>
            </a:r>
            <a:r>
              <a:rPr lang="en-US" dirty="0"/>
              <a:t> calls from components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keeps components focused on rendering.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6EAF-1DC9-D8B5-DF9A-45643B5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Why router forms are useful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Architectural Impact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4DF5-C5B7-AC2B-CFAC-275099BE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A10B-6FFF-220E-56FC-BDB9B434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data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A028-59EF-1FDB-C602-31C4B53BD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Components handled: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rendering</a:t>
            </a:r>
          </a:p>
          <a:p>
            <a:r>
              <a:rPr lang="en-US" dirty="0"/>
              <a:t>fetching data</a:t>
            </a:r>
          </a:p>
          <a:p>
            <a:r>
              <a:rPr lang="en-US" dirty="0"/>
              <a:t>form submission</a:t>
            </a:r>
          </a:p>
          <a:p>
            <a:r>
              <a:rPr lang="en-US" dirty="0"/>
              <a:t>mutation logic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created large, complex components.</a:t>
            </a:r>
          </a:p>
        </p:txBody>
      </p:sp>
    </p:spTree>
    <p:extLst>
      <p:ext uri="{BB962C8B-B14F-4D97-AF65-F5344CB8AC3E}">
        <p14:creationId xmlns:p14="http://schemas.microsoft.com/office/powerpoint/2010/main" val="1209829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D07-9C0A-212F-E672-573F73B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E04-E2AD-DE52-5B46-79560BBF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data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28C9-9414-0BD3-EE40-D4B26590A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Responsibilities become clearer.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Router:</a:t>
            </a:r>
          </a:p>
          <a:p>
            <a:r>
              <a:rPr lang="en-US" dirty="0"/>
              <a:t>navigation</a:t>
            </a:r>
          </a:p>
          <a:p>
            <a:r>
              <a:rPr lang="en-US" dirty="0"/>
              <a:t>data loading</a:t>
            </a:r>
          </a:p>
          <a:p>
            <a:r>
              <a:rPr lang="en-US" dirty="0"/>
              <a:t>data mutation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Components:</a:t>
            </a:r>
          </a:p>
          <a:p>
            <a:r>
              <a:rPr lang="en-US" dirty="0"/>
              <a:t>display UI</a:t>
            </a:r>
          </a:p>
          <a:p>
            <a:r>
              <a:rPr lang="en-US" dirty="0"/>
              <a:t>render data</a:t>
            </a:r>
          </a:p>
          <a:p>
            <a:r>
              <a:rPr lang="en-US" dirty="0"/>
              <a:t>provide user interaction</a:t>
            </a:r>
          </a:p>
        </p:txBody>
      </p:sp>
    </p:spTree>
    <p:extLst>
      <p:ext uri="{BB962C8B-B14F-4D97-AF65-F5344CB8AC3E}">
        <p14:creationId xmlns:p14="http://schemas.microsoft.com/office/powerpoint/2010/main" val="762327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0CB6-4F87-BC2A-3FD5-BCB3A3A2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497-7A31-45E8-D451-B5B7004B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data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FB31-2570-DDEF-B755-77F8CC7DD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Advantages include: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centralized data loading</a:t>
            </a:r>
          </a:p>
          <a:p>
            <a:r>
              <a:rPr lang="en-US" dirty="0"/>
              <a:t>clearer application structure</a:t>
            </a:r>
          </a:p>
          <a:p>
            <a:r>
              <a:rPr lang="en-US" dirty="0"/>
              <a:t>easier coordination between routes</a:t>
            </a:r>
          </a:p>
          <a:p>
            <a:r>
              <a:rPr lang="en-US" dirty="0"/>
              <a:t>simpler components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pattern is common in production React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517541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Exercise: Update the existing walkthrough project to make use of react router data mode routes with loaders and actions.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client-side routing with shared data loading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the necessary route file.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the necessary fetch functions.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Implement loaders and actions where necessary.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feature allows a route to fetch data before rendering?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err="1"/>
              <a:t>useEffect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loader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RouterProvider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this lesson, we covered the following:</a:t>
            </a:r>
          </a:p>
          <a:p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Understand the purpose of React Router data mode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Configure a router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createBrowserRouter</a:t>
            </a:r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Load route data using </a:t>
            </a:r>
            <a:r>
              <a:rPr lang="en-US" b="1" dirty="0"/>
              <a:t>loader functions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Access loaded data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useLoaderData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Handle form submissions using </a:t>
            </a:r>
            <a:r>
              <a:rPr lang="en-US" b="1" dirty="0"/>
              <a:t>route actions</a:t>
            </a:r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Use React Router's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&lt;Form&gt;</a:t>
            </a:r>
            <a:r>
              <a:rPr lang="en-US" dirty="0"/>
              <a:t> component</a:t>
            </a:r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19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1. What problem React Router data mode solves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2. What a </a:t>
            </a:r>
            <a:r>
              <a:rPr lang="en-US" b="1" dirty="0"/>
              <a:t>loader</a:t>
            </a:r>
            <a:r>
              <a:rPr lang="en-US" dirty="0"/>
              <a:t> does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3. What an </a:t>
            </a:r>
            <a:r>
              <a:rPr lang="en-US" b="1" dirty="0"/>
              <a:t>action</a:t>
            </a:r>
            <a:r>
              <a:rPr lang="en-US" dirty="0"/>
              <a:t> does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4. Why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&lt;Form&gt;</a:t>
            </a:r>
            <a:r>
              <a:rPr lang="en-US" dirty="0"/>
              <a:t> is useful in data mode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17302</TotalTime>
  <Words>879</Words>
  <Application>Microsoft Macintosh PowerPoint</Application>
  <PresentationFormat>Widescreen</PresentationFormat>
  <Paragraphs>227</Paragraphs>
  <Slides>30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How we previously loaded data</vt:lpstr>
      <vt:lpstr>Problems with component‑based data loading</vt:lpstr>
      <vt:lpstr>The idea behind data mode</vt:lpstr>
      <vt:lpstr>Router Architecture</vt:lpstr>
      <vt:lpstr>Component routing</vt:lpstr>
      <vt:lpstr>Data mode routing</vt:lpstr>
      <vt:lpstr>RouterProvider</vt:lpstr>
      <vt:lpstr>Route Loaders</vt:lpstr>
      <vt:lpstr>What is a loader?</vt:lpstr>
      <vt:lpstr>Example loader</vt:lpstr>
      <vt:lpstr>Accessing loader data</vt:lpstr>
      <vt:lpstr>Loader lifecycle</vt:lpstr>
      <vt:lpstr>Route Actions</vt:lpstr>
      <vt:lpstr>What is an action?</vt:lpstr>
      <vt:lpstr>Example action</vt:lpstr>
      <vt:lpstr>Router Forms</vt:lpstr>
      <vt:lpstr>Why router forms are useful</vt:lpstr>
      <vt:lpstr>Architectural Impact</vt:lpstr>
      <vt:lpstr>Before data mode</vt:lpstr>
      <vt:lpstr>After data mode</vt:lpstr>
      <vt:lpstr>Benefits of data mode</vt:lpstr>
      <vt:lpstr>Hands-on Practice</vt:lpstr>
      <vt:lpstr>Quick Poll</vt:lpstr>
      <vt:lpstr>Which feature allows a route to fetch data before rendering?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243</cp:revision>
  <dcterms:created xsi:type="dcterms:W3CDTF">2025-05-09T22:20:28Z</dcterms:created>
  <dcterms:modified xsi:type="dcterms:W3CDTF">2026-03-18T03:19:26Z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