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282" r:id="rId4"/>
    <p:sldId id="306" r:id="rId5"/>
    <p:sldId id="322" r:id="rId6"/>
    <p:sldId id="307" r:id="rId7"/>
    <p:sldId id="303" r:id="rId8"/>
    <p:sldId id="343" r:id="rId9"/>
    <p:sldId id="342" r:id="rId10"/>
    <p:sldId id="334" r:id="rId11"/>
    <p:sldId id="335" r:id="rId12"/>
    <p:sldId id="336" r:id="rId13"/>
    <p:sldId id="337" r:id="rId14"/>
    <p:sldId id="359" r:id="rId15"/>
    <p:sldId id="354" r:id="rId16"/>
    <p:sldId id="338" r:id="rId17"/>
    <p:sldId id="339" r:id="rId18"/>
    <p:sldId id="340" r:id="rId19"/>
    <p:sldId id="341" r:id="rId20"/>
    <p:sldId id="344" r:id="rId21"/>
    <p:sldId id="345" r:id="rId22"/>
    <p:sldId id="350" r:id="rId23"/>
    <p:sldId id="351" r:id="rId24"/>
    <p:sldId id="355" r:id="rId25"/>
    <p:sldId id="356" r:id="rId26"/>
    <p:sldId id="295" r:id="rId27"/>
    <p:sldId id="346" r:id="rId28"/>
    <p:sldId id="347" r:id="rId29"/>
    <p:sldId id="352" r:id="rId30"/>
    <p:sldId id="353" r:id="rId31"/>
    <p:sldId id="258" r:id="rId32"/>
    <p:sldId id="281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/>
    <p:restoredTop sz="94679"/>
  </p:normalViewPr>
  <p:slideViewPr>
    <p:cSldViewPr snapToGrid="0">
      <p:cViewPr varScale="1">
        <p:scale>
          <a:sx n="121" d="100"/>
          <a:sy n="12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2/28/26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C5F39-B702-5E3F-4599-66728A78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DF982-2DC4-967A-9312-D6BED68F1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17537-430E-8421-E689-3B8A9D451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BC4A2-AA81-6941-9E84-50899CB54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296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AA7-95E9-3549-30F3-2B533AA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B8752-C939-E0A6-D433-09EC2535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5380-5FAF-1495-42D4-FB958EF0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8A2B-F13F-2168-981D-62E0E4A03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665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E58AE-DEED-BC57-6253-696256AE0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DBE22-9D5B-5966-0EA6-85F9746DF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1F618-0C8C-26E0-0CF1-90EC2F5C9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35597-1F79-E4C0-22A0-04F83E6E2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3583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FE377-78FE-89CA-A292-A2A76CA8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F7326D-31AA-5CEB-3968-06A630459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3B4BDA-0179-0AD6-8DF8-61E4CFABE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92BAC-CE8E-FA7A-6E22-705D6FC82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4182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2E75-D6E9-AF40-79FD-BBF2AE7E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D9E8F-1DEE-EFDC-0F2E-E5EF66A1A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E6843-AC39-91E1-04D7-F037F8791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7C37E-2DCA-C71C-77B6-850E14E58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0549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BD5DE-61B2-C42D-9FF0-EB963B154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28A5F-8713-DEDF-062F-EB48EC166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426ED-FAB4-8F85-D551-2A1CA3CFA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67270-9A71-9739-2488-26F6F27E6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3525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478E1-CFB3-E514-037C-0D9EB85CB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FB811A-8E62-B324-96DB-CF0E1E19F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FE502-8165-8795-BAB4-02799F2CB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331AA-91E9-594B-447C-C73146406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00084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D1061-B3B4-3075-D6CC-384EE576F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ABF58-C5BE-4C82-9508-4F3618AAF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BD7B29-1E8A-1696-AB82-3EB621384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C46EC-9337-68F0-1C0E-21EDBCD83D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010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9B26D-ED03-36BA-A204-FC4CE1A7A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9AA55-340B-36B0-CB24-76332E6E9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B92A5-EFC3-A738-612D-42846F1FA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B5788-C98A-3E27-43D0-82B0E241E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7459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E9E6-57DA-2668-431C-EFC765AB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A08C7-BB24-5D8F-086D-147BA04CF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2D454-320C-1E57-AB52-F45A68325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C5129-35AB-D540-72DC-767578448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21074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15: Understanding React Hooks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Explain how React tracks hooks internally</a:t>
            </a:r>
          </a:p>
          <a:p>
            <a:r>
              <a:rPr lang="en-US" dirty="0"/>
              <a:t>Describe and apply the Rules of Hooks</a:t>
            </a:r>
          </a:p>
          <a:p>
            <a:r>
              <a:rPr lang="en-US" dirty="0"/>
              <a:t>Differentiate built-in hooks from custom hooks</a:t>
            </a:r>
          </a:p>
          <a:p>
            <a:r>
              <a:rPr lang="en-US" dirty="0"/>
              <a:t>Build a reusable custom hook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Review: Functional components and state</a:t>
            </a:r>
          </a:p>
          <a:p>
            <a:r>
              <a:rPr lang="en-US" dirty="0"/>
              <a:t>Why hooks exist</a:t>
            </a:r>
          </a:p>
          <a:p>
            <a:r>
              <a:rPr lang="en-US" dirty="0"/>
              <a:t>Rules of Hooks</a:t>
            </a:r>
          </a:p>
          <a:p>
            <a:r>
              <a:rPr lang="en-US" dirty="0"/>
              <a:t>How React tracks hook calls</a:t>
            </a:r>
          </a:p>
          <a:p>
            <a:r>
              <a:rPr lang="en-US" dirty="0"/>
              <a:t>Building a custom hook</a:t>
            </a:r>
          </a:p>
          <a:p>
            <a:r>
              <a:rPr lang="en-US" dirty="0"/>
              <a:t>Applying a custom hook in our project</a:t>
            </a:r>
          </a:p>
          <a:p>
            <a:r>
              <a:rPr lang="en-US" dirty="0"/>
              <a:t>Exit ticket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Review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Functional components are just functions</a:t>
            </a:r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US" dirty="0"/>
              <a:t> allows them to remember values</a:t>
            </a:r>
          </a:p>
          <a:p>
            <a:r>
              <a:rPr lang="en-US" dirty="0"/>
              <a:t>State updates trigger re-renders</a:t>
            </a:r>
          </a:p>
          <a:p>
            <a:endParaRPr lang="en-US" dirty="0"/>
          </a:p>
          <a:p>
            <a:r>
              <a:rPr lang="en-US" dirty="0"/>
              <a:t>Question: How does React remember which state belongs to which call?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Why Hooks Exist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Duplicated state leads to inconsistency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Before hooks: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Class components managed state</a:t>
            </a:r>
          </a:p>
          <a:p>
            <a:r>
              <a:rPr lang="en-US" dirty="0"/>
              <a:t>Lifecycle methods handled side effects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Hooks allow: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State in functional components</a:t>
            </a:r>
          </a:p>
          <a:p>
            <a:r>
              <a:rPr lang="en-US" dirty="0"/>
              <a:t>Logic reuse without classes</a:t>
            </a:r>
          </a:p>
          <a:p>
            <a:r>
              <a:rPr lang="en-US" dirty="0"/>
              <a:t>Cleaner separation of concerns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D1674-0C00-994F-3851-3DD0F7D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86F6-244E-2771-CFCA-127394EA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The Rules of Hooks</a:t>
            </a:r>
          </a:p>
        </p:txBody>
      </p:sp>
    </p:spTree>
    <p:extLst>
      <p:ext uri="{BB962C8B-B14F-4D97-AF65-F5344CB8AC3E}">
        <p14:creationId xmlns:p14="http://schemas.microsoft.com/office/powerpoint/2010/main" val="251136711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29AD5-7EEF-A6B5-9788-0A900F264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Only call hooks at the top level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Only call hooks inside React functions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React relies on call order consistency.</a:t>
            </a:r>
          </a:p>
        </p:txBody>
      </p:sp>
    </p:spTree>
    <p:extLst>
      <p:ext uri="{BB962C8B-B14F-4D97-AF65-F5344CB8AC3E}">
        <p14:creationId xmlns:p14="http://schemas.microsoft.com/office/powerpoint/2010/main" val="3128015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DDC-5CAF-8C2E-AC71-BD16391A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F2E8-4E54-ED2C-0752-EE01D1D6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How React Tracks Hooks</a:t>
            </a:r>
          </a:p>
        </p:txBody>
      </p:sp>
    </p:spTree>
    <p:extLst>
      <p:ext uri="{BB962C8B-B14F-4D97-AF65-F5344CB8AC3E}">
        <p14:creationId xmlns:p14="http://schemas.microsoft.com/office/powerpoint/2010/main" val="1484660151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39576-5427-0ADA-10F4-865ACD2F3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6DEC3-94B8-5AF7-B03D-628C50C5A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React does not track hooks by name.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tracks them by order.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useEffect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Change the order and React associates state incorrectly.</a:t>
            </a:r>
          </a:p>
        </p:txBody>
      </p:sp>
    </p:spTree>
    <p:extLst>
      <p:ext uri="{BB962C8B-B14F-4D97-AF65-F5344CB8AC3E}">
        <p14:creationId xmlns:p14="http://schemas.microsoft.com/office/powerpoint/2010/main" val="2446176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44B37-6330-3D14-994A-856BB88E2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D9DD-B0CB-06AD-DA6C-A16CABA6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cap="none" dirty="0"/>
              <a:t>WHAT BREAKS HOOKS</a:t>
            </a:r>
          </a:p>
        </p:txBody>
      </p:sp>
    </p:spTree>
    <p:extLst>
      <p:ext uri="{BB962C8B-B14F-4D97-AF65-F5344CB8AC3E}">
        <p14:creationId xmlns:p14="http://schemas.microsoft.com/office/powerpoint/2010/main" val="3341591696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E643-E95A-8E85-A833-3F24CA2C5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648"/>
            <a:ext cx="10515600" cy="434587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Calling hooks inside:</a:t>
            </a:r>
            <a:br>
              <a:rPr lang="en-US" dirty="0"/>
            </a:br>
            <a:endParaRPr lang="en-US" dirty="0"/>
          </a:p>
          <a:p>
            <a:r>
              <a:rPr lang="en-US" dirty="0"/>
              <a:t>Conditionals</a:t>
            </a:r>
          </a:p>
          <a:p>
            <a:r>
              <a:rPr lang="en-US" dirty="0"/>
              <a:t>Loops</a:t>
            </a:r>
          </a:p>
          <a:p>
            <a:r>
              <a:rPr lang="en-US" dirty="0"/>
              <a:t>Nested functions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Breaks consistent call order.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if (condition)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 // this wont’ work!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E8BED-9514-CE12-E79B-40B68B78C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122EE-95F1-3F01-6560-77A3A9E54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Built-in vs Custom Hooks</a:t>
            </a:r>
          </a:p>
        </p:txBody>
      </p:sp>
    </p:spTree>
    <p:extLst>
      <p:ext uri="{BB962C8B-B14F-4D97-AF65-F5344CB8AC3E}">
        <p14:creationId xmlns:p14="http://schemas.microsoft.com/office/powerpoint/2010/main" val="1739115192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17176-BA29-A6B4-FA31-120A15379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9B92B-BD69-A233-2C55-51F5EB3A7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7669"/>
            <a:ext cx="10515600" cy="432485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Built-in hooks:</a:t>
            </a:r>
          </a:p>
          <a:p>
            <a:endParaRPr lang="en-US" dirty="0"/>
          </a:p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endParaRPr lang="en-US" dirty="0"/>
          </a:p>
          <a:p>
            <a:r>
              <a:rPr lang="en-US" sz="2900" dirty="0" err="1">
                <a:latin typeface="Consolas" panose="020B0609020204030204" pitchFamily="49" charset="0"/>
                <a:cs typeface="Consolas" panose="020B0609020204030204" pitchFamily="49" charset="0"/>
              </a:rPr>
              <a:t>useEffect</a:t>
            </a:r>
            <a:endParaRPr lang="en-US" dirty="0"/>
          </a:p>
          <a:p>
            <a:r>
              <a:rPr lang="en-US" sz="2900" dirty="0" err="1">
                <a:latin typeface="Consolas" panose="020B0609020204030204" pitchFamily="49" charset="0"/>
                <a:cs typeface="Consolas" panose="020B0609020204030204" pitchFamily="49" charset="0"/>
              </a:rPr>
              <a:t>useRef</a:t>
            </a:r>
            <a:endParaRPr lang="en-US" dirty="0"/>
          </a:p>
          <a:p>
            <a:r>
              <a:rPr lang="en-US" dirty="0"/>
              <a:t>etc.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Custom hooks:</a:t>
            </a:r>
          </a:p>
          <a:p>
            <a:endParaRPr lang="en-US" dirty="0"/>
          </a:p>
          <a:p>
            <a:r>
              <a:rPr lang="en-US" dirty="0"/>
              <a:t>Regular functions</a:t>
            </a:r>
          </a:p>
          <a:p>
            <a:r>
              <a:rPr lang="en-US" dirty="0"/>
              <a:t>Start with </a:t>
            </a:r>
            <a:r>
              <a:rPr lang="en-US" sz="2900" dirty="0">
                <a:latin typeface="Consolas" panose="020B0609020204030204" pitchFamily="49" charset="0"/>
                <a:cs typeface="Consolas" panose="020B0609020204030204" pitchFamily="49" charset="0"/>
              </a:rPr>
              <a:t>use</a:t>
            </a:r>
            <a:endParaRPr lang="en-US" dirty="0"/>
          </a:p>
          <a:p>
            <a:r>
              <a:rPr lang="en-US" dirty="0"/>
              <a:t>Call other hooks</a:t>
            </a:r>
          </a:p>
          <a:p>
            <a:r>
              <a:rPr lang="en-US" dirty="0"/>
              <a:t>Encapsulate reusable logic</a:t>
            </a:r>
          </a:p>
        </p:txBody>
      </p:sp>
    </p:spTree>
    <p:extLst>
      <p:ext uri="{BB962C8B-B14F-4D97-AF65-F5344CB8AC3E}">
        <p14:creationId xmlns:p14="http://schemas.microsoft.com/office/powerpoint/2010/main" val="2423362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21F8D-058A-8175-F2A7-5821479A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7730-3BB5-F427-473C-7B248991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Custom Hook Pattern</a:t>
            </a:r>
          </a:p>
        </p:txBody>
      </p:sp>
    </p:spTree>
    <p:extLst>
      <p:ext uri="{BB962C8B-B14F-4D97-AF65-F5344CB8AC3E}">
        <p14:creationId xmlns:p14="http://schemas.microsoft.com/office/powerpoint/2010/main" val="746458785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897"/>
            <a:ext cx="10515600" cy="40936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Basic structure: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useSomething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const [value,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setValue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(null);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return [value,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setValue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 custom hook is just composition of hooks.</a:t>
            </a:r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Example: </a:t>
            </a:r>
            <a:r>
              <a:rPr lang="en-CA" cap="none" dirty="0" err="1"/>
              <a:t>usetoggle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2B89F-1AB9-8574-CCFA-ADBF88B7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5859-94EF-C7E0-B65A-C84A04C86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855"/>
            <a:ext cx="10515600" cy="413567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function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useToggle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(initial = false) 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const [value,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setValue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(initial);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function toggle() {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setValue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=&gt; !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prev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  return [value, toggle];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Reusable across multiple components.</a:t>
            </a:r>
          </a:p>
          <a:p>
            <a:pPr marL="0" indent="0">
              <a:buNone/>
            </a:pPr>
            <a:endParaRPr lang="en-US" i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162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1F6F3-B989-7315-DE91-C8358AF4D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934F7-E58B-8CD2-A5B6-DC69A2DDC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Applying a Custom Hook</a:t>
            </a:r>
          </a:p>
        </p:txBody>
      </p:sp>
    </p:spTree>
    <p:extLst>
      <p:ext uri="{BB962C8B-B14F-4D97-AF65-F5344CB8AC3E}">
        <p14:creationId xmlns:p14="http://schemas.microsoft.com/office/powerpoint/2010/main" val="1664216461"/>
      </p:ext>
    </p:extLst>
  </p:cSld>
  <p:clrMapOvr>
    <a:masterClrMapping/>
  </p:clrMapOvr>
  <p:transition spd="med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2BA4-0653-9ED4-4751-5DF80DA9F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6CEA0-D384-C6B5-E44E-035ACCD98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36837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 [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isOpen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toggleOpen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useToggle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(false);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Component stays clean.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Logic lives elsewhere.</a:t>
            </a:r>
          </a:p>
        </p:txBody>
      </p:sp>
    </p:spTree>
    <p:extLst>
      <p:ext uri="{BB962C8B-B14F-4D97-AF65-F5344CB8AC3E}">
        <p14:creationId xmlns:p14="http://schemas.microsoft.com/office/powerpoint/2010/main" val="4100486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16122-5E34-6F12-A68D-829899A5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F0D17-227C-934E-AAF2-02FCCB258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Lazy Initialization</a:t>
            </a:r>
          </a:p>
        </p:txBody>
      </p:sp>
    </p:spTree>
    <p:extLst>
      <p:ext uri="{BB962C8B-B14F-4D97-AF65-F5344CB8AC3E}">
        <p14:creationId xmlns:p14="http://schemas.microsoft.com/office/powerpoint/2010/main" val="1066761379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D126A-E57D-3DC3-8E51-E606AFB1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E8BFB-C5BC-76ED-D6BE-F39553689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0221"/>
            <a:ext cx="10515600" cy="427230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(() =&gt; 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return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computeInitialValue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function runs only on initial render.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Useful for: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Reading from storage</a:t>
            </a:r>
          </a:p>
          <a:p>
            <a:r>
              <a:rPr lang="en-US" dirty="0"/>
              <a:t>Expensive computations</a:t>
            </a:r>
          </a:p>
        </p:txBody>
      </p:sp>
    </p:spTree>
    <p:extLst>
      <p:ext uri="{BB962C8B-B14F-4D97-AF65-F5344CB8AC3E}">
        <p14:creationId xmlns:p14="http://schemas.microsoft.com/office/powerpoint/2010/main" val="41646513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697ED-1A86-7595-D23E-F8376E4E4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3BA97-EC18-0E4E-31EE-2E40D2022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Why This Matters</a:t>
            </a:r>
          </a:p>
        </p:txBody>
      </p:sp>
    </p:spTree>
    <p:extLst>
      <p:ext uri="{BB962C8B-B14F-4D97-AF65-F5344CB8AC3E}">
        <p14:creationId xmlns:p14="http://schemas.microsoft.com/office/powerpoint/2010/main" val="1875263794"/>
      </p:ext>
    </p:extLst>
  </p:cSld>
  <p:clrMapOvr>
    <a:masterClrMapping/>
  </p:clrMapOvr>
  <p:transition spd="med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BB277-4106-5BAB-8F1A-77563C403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0BFBC-60C8-98C7-1978-60FBF3C80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345"/>
            <a:ext cx="10515600" cy="4146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Custom hooks allow: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Reusable logic</a:t>
            </a:r>
          </a:p>
          <a:p>
            <a:r>
              <a:rPr lang="en-US" dirty="0"/>
              <a:t>Separation of concerns</a:t>
            </a:r>
          </a:p>
          <a:p>
            <a:r>
              <a:rPr lang="en-US" dirty="0"/>
              <a:t>Cleaner components</a:t>
            </a:r>
          </a:p>
          <a:p>
            <a:r>
              <a:rPr lang="en-US" dirty="0"/>
              <a:t>Easier testing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They do not create new state types.</a:t>
            </a:r>
          </a:p>
        </p:txBody>
      </p:sp>
    </p:spTree>
    <p:extLst>
      <p:ext uri="{BB962C8B-B14F-4D97-AF65-F5344CB8AC3E}">
        <p14:creationId xmlns:p14="http://schemas.microsoft.com/office/powerpoint/2010/main" val="11197697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Exercise: Refactor your existing exercise project to make use of a custom hook to track a selected resource</a:t>
            </a:r>
          </a:p>
          <a:p>
            <a:pPr marL="0" indent="0">
              <a:buNone/>
            </a:pPr>
            <a:r>
              <a:rPr lang="en-CA" b="1" dirty="0"/>
              <a:t>Objective: </a:t>
            </a:r>
            <a:r>
              <a:rPr lang="en-CA" dirty="0"/>
              <a:t>Implement a custom hook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Create the </a:t>
            </a:r>
            <a:r>
              <a:rPr lang="en-CA"/>
              <a:t>hook function.</a:t>
            </a:r>
            <a:endParaRPr lang="en-CA" dirty="0"/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Call the hook where necessary in the application.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24942-DF43-4262-B18C-CF1D71F03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8B497-5A27-6500-0158-068F9E1BE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Common Mistakes</a:t>
            </a:r>
          </a:p>
        </p:txBody>
      </p:sp>
    </p:spTree>
    <p:extLst>
      <p:ext uri="{BB962C8B-B14F-4D97-AF65-F5344CB8AC3E}">
        <p14:creationId xmlns:p14="http://schemas.microsoft.com/office/powerpoint/2010/main" val="2885888700"/>
      </p:ext>
    </p:extLst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0C557-F5E2-27E5-0ED5-8A699B757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F12DF-2C06-8C47-389B-45419C40C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Calling hooks conditionally</a:t>
            </a:r>
          </a:p>
          <a:p>
            <a:r>
              <a:rPr lang="en-US" dirty="0"/>
              <a:t>Forgetting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use</a:t>
            </a:r>
            <a:r>
              <a:rPr lang="en-US" dirty="0"/>
              <a:t> prefix</a:t>
            </a:r>
          </a:p>
          <a:p>
            <a:r>
              <a:rPr lang="en-US" dirty="0"/>
              <a:t>Returning inconsistent shapes</a:t>
            </a:r>
          </a:p>
          <a:p>
            <a:r>
              <a:rPr lang="en-US" dirty="0"/>
              <a:t>Mixing UI logic and reusable logic</a:t>
            </a:r>
          </a:p>
        </p:txBody>
      </p:sp>
    </p:spTree>
    <p:extLst>
      <p:ext uri="{BB962C8B-B14F-4D97-AF65-F5344CB8AC3E}">
        <p14:creationId xmlns:p14="http://schemas.microsoft.com/office/powerpoint/2010/main" val="12935392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1D267-295B-8BC6-526B-F7AF72936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8993-A1E9-DD98-6466-3FA55B3B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Quick Poll</a:t>
            </a:r>
          </a:p>
        </p:txBody>
      </p:sp>
    </p:spTree>
    <p:extLst>
      <p:ext uri="{BB962C8B-B14F-4D97-AF65-F5344CB8AC3E}">
        <p14:creationId xmlns:p14="http://schemas.microsoft.com/office/powerpoint/2010/main" val="412320587"/>
      </p:ext>
    </p:extLst>
  </p:cSld>
  <p:clrMapOvr>
    <a:masterClrMapping/>
  </p:clrMapOvr>
  <p:transition spd="med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F378-947C-7BA3-AFE0-EFB3BB84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5DB5-5309-A725-8C04-D7ACAF334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must hooks be called unconditionally?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51A40-7173-1A79-5623-9E424F676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For performance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preserve call order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To avoid re-renders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Because React requires it randomly</a:t>
            </a:r>
          </a:p>
        </p:txBody>
      </p:sp>
    </p:spTree>
    <p:extLst>
      <p:ext uri="{BB962C8B-B14F-4D97-AF65-F5344CB8AC3E}">
        <p14:creationId xmlns:p14="http://schemas.microsoft.com/office/powerpoint/2010/main" val="8219635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lesson, we covered the following: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Explain how React tracks hooks internally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Describe and apply the Rules of Hooks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Differentiate built-in hooks from custom hooks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Build a reusable custom hook</a:t>
            </a:r>
          </a:p>
          <a:p>
            <a:pPr marL="457200" lvl="1" indent="0">
              <a:buNone/>
            </a:pPr>
            <a:endParaRPr lang="en-US" dirty="0"/>
          </a:p>
          <a:p>
            <a:pPr marL="514373" indent="-514350"/>
            <a:r>
              <a:rPr lang="en-CA" dirty="0"/>
              <a:t>Complete lesson 15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Explain: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Why hook order matters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makes a function a custom hook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One benefit of extracting logic into a hook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16898</TotalTime>
  <Words>600</Words>
  <Application>Microsoft Macintosh PowerPoint</Application>
  <PresentationFormat>Widescreen</PresentationFormat>
  <Paragraphs>173</Paragraphs>
  <Slides>32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Connecting</vt:lpstr>
      <vt:lpstr>Review</vt:lpstr>
      <vt:lpstr>Why Hooks Exist</vt:lpstr>
      <vt:lpstr>Duplicated state leads to inconsistency</vt:lpstr>
      <vt:lpstr>The Rules of Hooks</vt:lpstr>
      <vt:lpstr>PowerPoint Presentation</vt:lpstr>
      <vt:lpstr>How React Tracks Hooks</vt:lpstr>
      <vt:lpstr>PowerPoint Presentation</vt:lpstr>
      <vt:lpstr>WHAT BREAKS HOOKS</vt:lpstr>
      <vt:lpstr>PowerPoint Presentation</vt:lpstr>
      <vt:lpstr>Built-in vs Custom Hooks</vt:lpstr>
      <vt:lpstr>PowerPoint Presentation</vt:lpstr>
      <vt:lpstr>Custom Hook Pattern</vt:lpstr>
      <vt:lpstr>PowerPoint Presentation</vt:lpstr>
      <vt:lpstr>Example: usetoggle</vt:lpstr>
      <vt:lpstr>PowerPoint Presentation</vt:lpstr>
      <vt:lpstr>Applying a Custom Hook</vt:lpstr>
      <vt:lpstr>PowerPoint Presentation</vt:lpstr>
      <vt:lpstr>Lazy Initialization</vt:lpstr>
      <vt:lpstr>PowerPoint Presentation</vt:lpstr>
      <vt:lpstr>Why This Matters</vt:lpstr>
      <vt:lpstr>PowerPoint Presentation</vt:lpstr>
      <vt:lpstr>Hands-on Practice</vt:lpstr>
      <vt:lpstr>Common Mistakes</vt:lpstr>
      <vt:lpstr>PowerPoint Presentation</vt:lpstr>
      <vt:lpstr>Quick Poll</vt:lpstr>
      <vt:lpstr>Why must hooks be called unconditionally?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197</cp:revision>
  <dcterms:created xsi:type="dcterms:W3CDTF">2025-05-09T22:20:28Z</dcterms:created>
  <dcterms:modified xsi:type="dcterms:W3CDTF">2026-02-28T17:58:31Z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